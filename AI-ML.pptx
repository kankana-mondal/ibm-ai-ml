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p:scale>
          <a:sx n="75" d="100"/>
          <a:sy n="75" d="100"/>
        </p:scale>
        <p:origin x="931" y="39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_rels/data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0DA97ED-9B61-4FEA-900D-E844B98B8D9A}"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IN"/>
        </a:p>
      </dgm:t>
    </dgm:pt>
    <dgm:pt modelId="{052A435E-15F0-446C-A02C-7375346DB1BB}">
      <dgm:prSet phldrT="[Text]"/>
      <dgm:spPr/>
      <dgm:t>
        <a:bodyPr/>
        <a:lstStyle/>
        <a:p>
          <a:pPr>
            <a:buNone/>
          </a:pPr>
          <a:r>
            <a:rPr lang="en-IN" b="1" dirty="0"/>
            <a:t>Data Cleaning</a:t>
          </a:r>
        </a:p>
        <a:p>
          <a:pPr>
            <a:buNone/>
          </a:pPr>
          <a:r>
            <a:rPr lang="en-US" dirty="0"/>
            <a:t>Handled missing values and removed duplicate rows to ensure data integrity</a:t>
          </a:r>
          <a:endParaRPr lang="en-IN" dirty="0"/>
        </a:p>
      </dgm:t>
    </dgm:pt>
    <dgm:pt modelId="{EE32A26A-D9A4-4439-84DB-16C6FEB7976E}" type="parTrans" cxnId="{A05F3170-DA93-4075-8A4F-76E0DFD80549}">
      <dgm:prSet/>
      <dgm:spPr/>
      <dgm:t>
        <a:bodyPr/>
        <a:lstStyle/>
        <a:p>
          <a:endParaRPr lang="en-IN"/>
        </a:p>
      </dgm:t>
    </dgm:pt>
    <dgm:pt modelId="{CE228197-37FC-4EE5-97DF-2B74A339EAAB}" type="sibTrans" cxnId="{A05F3170-DA93-4075-8A4F-76E0DFD80549}">
      <dgm:prSet/>
      <dgm:spPr/>
      <dgm:t>
        <a:bodyPr/>
        <a:lstStyle/>
        <a:p>
          <a:endParaRPr lang="en-IN"/>
        </a:p>
      </dgm:t>
    </dgm:pt>
    <dgm:pt modelId="{BDCA8822-494F-4839-BA6B-4D1AAE4F7F30}">
      <dgm:prSet phldrT="[Text]"/>
      <dgm:spPr/>
      <dgm:t>
        <a:bodyPr/>
        <a:lstStyle/>
        <a:p>
          <a:pPr>
            <a:buNone/>
          </a:pPr>
          <a:r>
            <a:rPr lang="en-IN" b="1" dirty="0"/>
            <a:t>Feature Engineering</a:t>
          </a:r>
        </a:p>
        <a:p>
          <a:pPr>
            <a:buNone/>
          </a:pPr>
          <a:r>
            <a:rPr lang="en-US" dirty="0"/>
            <a:t>Converted categorical variables and created BMI ranges for better risk grouping</a:t>
          </a:r>
          <a:endParaRPr lang="en-IN" dirty="0"/>
        </a:p>
      </dgm:t>
    </dgm:pt>
    <dgm:pt modelId="{6D9C1C2F-E3EB-4912-AE38-1DE01F60AA00}" type="parTrans" cxnId="{F4855912-2A63-4F53-9FFC-814D736F609D}">
      <dgm:prSet/>
      <dgm:spPr/>
      <dgm:t>
        <a:bodyPr/>
        <a:lstStyle/>
        <a:p>
          <a:endParaRPr lang="en-IN"/>
        </a:p>
      </dgm:t>
    </dgm:pt>
    <dgm:pt modelId="{7463C4D8-F7DA-4538-AA13-B232BFF1AABB}" type="sibTrans" cxnId="{F4855912-2A63-4F53-9FFC-814D736F609D}">
      <dgm:prSet/>
      <dgm:spPr/>
      <dgm:t>
        <a:bodyPr/>
        <a:lstStyle/>
        <a:p>
          <a:endParaRPr lang="en-IN"/>
        </a:p>
      </dgm:t>
    </dgm:pt>
    <dgm:pt modelId="{6272CF4F-0F41-4071-9F6A-6290FB03E479}">
      <dgm:prSet phldrT="[Text]"/>
      <dgm:spPr/>
      <dgm:t>
        <a:bodyPr/>
        <a:lstStyle/>
        <a:p>
          <a:pPr>
            <a:buNone/>
          </a:pPr>
          <a:r>
            <a:rPr lang="en-IN" b="1" dirty="0"/>
            <a:t>Normalization</a:t>
          </a:r>
        </a:p>
        <a:p>
          <a:pPr>
            <a:buNone/>
          </a:pPr>
          <a:r>
            <a:rPr lang="en-US" dirty="0"/>
            <a:t>Scaled numerical values and removed outliers for optimal model performance</a:t>
          </a:r>
          <a:endParaRPr lang="en-IN" dirty="0"/>
        </a:p>
      </dgm:t>
    </dgm:pt>
    <dgm:pt modelId="{0F0C3BCB-33A2-4F70-8CCA-D7569AD66E3A}" type="parTrans" cxnId="{221B24DC-28C7-4876-835C-488646E4E3E9}">
      <dgm:prSet/>
      <dgm:spPr/>
      <dgm:t>
        <a:bodyPr/>
        <a:lstStyle/>
        <a:p>
          <a:endParaRPr lang="en-IN"/>
        </a:p>
      </dgm:t>
    </dgm:pt>
    <dgm:pt modelId="{3C32A106-B296-4306-AB9B-DE99F81DEF41}" type="sibTrans" cxnId="{221B24DC-28C7-4876-835C-488646E4E3E9}">
      <dgm:prSet/>
      <dgm:spPr/>
      <dgm:t>
        <a:bodyPr/>
        <a:lstStyle/>
        <a:p>
          <a:endParaRPr lang="en-IN"/>
        </a:p>
      </dgm:t>
    </dgm:pt>
    <dgm:pt modelId="{1E954943-C722-4A05-AA23-A634A0BB32CE}" type="pres">
      <dgm:prSet presAssocID="{E0DA97ED-9B61-4FEA-900D-E844B98B8D9A}" presName="Name0" presStyleCnt="0">
        <dgm:presLayoutVars>
          <dgm:chMax val="7"/>
          <dgm:chPref val="7"/>
          <dgm:dir/>
        </dgm:presLayoutVars>
      </dgm:prSet>
      <dgm:spPr/>
    </dgm:pt>
    <dgm:pt modelId="{DC64036A-7C19-4212-8EC2-DE26B5308B10}" type="pres">
      <dgm:prSet presAssocID="{E0DA97ED-9B61-4FEA-900D-E844B98B8D9A}" presName="Name1" presStyleCnt="0"/>
      <dgm:spPr/>
    </dgm:pt>
    <dgm:pt modelId="{FF55C619-FB9F-470A-96B4-A111EA9F7687}" type="pres">
      <dgm:prSet presAssocID="{E0DA97ED-9B61-4FEA-900D-E844B98B8D9A}" presName="cycle" presStyleCnt="0"/>
      <dgm:spPr/>
    </dgm:pt>
    <dgm:pt modelId="{CC5F0156-566F-40C2-999B-0505CF5FAE66}" type="pres">
      <dgm:prSet presAssocID="{E0DA97ED-9B61-4FEA-900D-E844B98B8D9A}" presName="srcNode" presStyleLbl="node1" presStyleIdx="0" presStyleCnt="3"/>
      <dgm:spPr/>
    </dgm:pt>
    <dgm:pt modelId="{1FF65E19-8F72-4E3D-BCC9-868FE3CBCD07}" type="pres">
      <dgm:prSet presAssocID="{E0DA97ED-9B61-4FEA-900D-E844B98B8D9A}" presName="conn" presStyleLbl="parChTrans1D2" presStyleIdx="0" presStyleCnt="1"/>
      <dgm:spPr/>
    </dgm:pt>
    <dgm:pt modelId="{7BDD3955-BDB8-4F65-A3E3-4B1F8B95B632}" type="pres">
      <dgm:prSet presAssocID="{E0DA97ED-9B61-4FEA-900D-E844B98B8D9A}" presName="extraNode" presStyleLbl="node1" presStyleIdx="0" presStyleCnt="3"/>
      <dgm:spPr/>
    </dgm:pt>
    <dgm:pt modelId="{B3589C17-9E17-47EF-B76F-8A2FB040AE6C}" type="pres">
      <dgm:prSet presAssocID="{E0DA97ED-9B61-4FEA-900D-E844B98B8D9A}" presName="dstNode" presStyleLbl="node1" presStyleIdx="0" presStyleCnt="3"/>
      <dgm:spPr/>
    </dgm:pt>
    <dgm:pt modelId="{C9F73BBD-8B43-4453-96E3-CF0649421473}" type="pres">
      <dgm:prSet presAssocID="{052A435E-15F0-446C-A02C-7375346DB1BB}" presName="text_1" presStyleLbl="node1" presStyleIdx="0" presStyleCnt="3">
        <dgm:presLayoutVars>
          <dgm:bulletEnabled val="1"/>
        </dgm:presLayoutVars>
      </dgm:prSet>
      <dgm:spPr/>
    </dgm:pt>
    <dgm:pt modelId="{385D4FD9-0C92-4165-9504-AF63D294EAE7}" type="pres">
      <dgm:prSet presAssocID="{052A435E-15F0-446C-A02C-7375346DB1BB}" presName="accent_1" presStyleCnt="0"/>
      <dgm:spPr/>
    </dgm:pt>
    <dgm:pt modelId="{18B40F57-2122-4AB8-8637-95331CBC4EA1}" type="pres">
      <dgm:prSet presAssocID="{052A435E-15F0-446C-A02C-7375346DB1BB}" presName="accentRepeatNode" presStyleLbl="solidFgAcc1" presStyleIdx="0" presStyleCnt="3"/>
      <dgm:spPr/>
    </dgm:pt>
    <dgm:pt modelId="{1FEDE9C4-6932-4179-A47C-198D4E2574F8}" type="pres">
      <dgm:prSet presAssocID="{BDCA8822-494F-4839-BA6B-4D1AAE4F7F30}" presName="text_2" presStyleLbl="node1" presStyleIdx="1" presStyleCnt="3">
        <dgm:presLayoutVars>
          <dgm:bulletEnabled val="1"/>
        </dgm:presLayoutVars>
      </dgm:prSet>
      <dgm:spPr/>
    </dgm:pt>
    <dgm:pt modelId="{3E75C608-3F37-44AC-8705-0F1EBFEA9502}" type="pres">
      <dgm:prSet presAssocID="{BDCA8822-494F-4839-BA6B-4D1AAE4F7F30}" presName="accent_2" presStyleCnt="0"/>
      <dgm:spPr/>
    </dgm:pt>
    <dgm:pt modelId="{4A449931-FEFE-4C77-8471-A9EE14A75B5A}" type="pres">
      <dgm:prSet presAssocID="{BDCA8822-494F-4839-BA6B-4D1AAE4F7F30}" presName="accentRepeatNode" presStyleLbl="solidFgAcc1" presStyleIdx="1" presStyleCnt="3"/>
      <dgm:spPr/>
    </dgm:pt>
    <dgm:pt modelId="{59B14390-1747-499E-9ADD-5A07CDE7D3CE}" type="pres">
      <dgm:prSet presAssocID="{6272CF4F-0F41-4071-9F6A-6290FB03E479}" presName="text_3" presStyleLbl="node1" presStyleIdx="2" presStyleCnt="3">
        <dgm:presLayoutVars>
          <dgm:bulletEnabled val="1"/>
        </dgm:presLayoutVars>
      </dgm:prSet>
      <dgm:spPr/>
    </dgm:pt>
    <dgm:pt modelId="{798BF4AE-C693-46D9-B093-070F70FB0884}" type="pres">
      <dgm:prSet presAssocID="{6272CF4F-0F41-4071-9F6A-6290FB03E479}" presName="accent_3" presStyleCnt="0"/>
      <dgm:spPr/>
    </dgm:pt>
    <dgm:pt modelId="{EA13CE3D-8654-4FF0-ADE5-D2D767D7915D}" type="pres">
      <dgm:prSet presAssocID="{6272CF4F-0F41-4071-9F6A-6290FB03E479}" presName="accentRepeatNode" presStyleLbl="solidFgAcc1" presStyleIdx="2" presStyleCnt="3"/>
      <dgm:spPr/>
    </dgm:pt>
  </dgm:ptLst>
  <dgm:cxnLst>
    <dgm:cxn modelId="{E510430A-9EF4-4203-9FBA-CD0F9AC15BB3}" type="presOf" srcId="{052A435E-15F0-446C-A02C-7375346DB1BB}" destId="{C9F73BBD-8B43-4453-96E3-CF0649421473}" srcOrd="0" destOrd="0" presId="urn:microsoft.com/office/officeart/2008/layout/VerticalCurvedList"/>
    <dgm:cxn modelId="{F4855912-2A63-4F53-9FFC-814D736F609D}" srcId="{E0DA97ED-9B61-4FEA-900D-E844B98B8D9A}" destId="{BDCA8822-494F-4839-BA6B-4D1AAE4F7F30}" srcOrd="1" destOrd="0" parTransId="{6D9C1C2F-E3EB-4912-AE38-1DE01F60AA00}" sibTransId="{7463C4D8-F7DA-4538-AA13-B232BFF1AABB}"/>
    <dgm:cxn modelId="{A05F3170-DA93-4075-8A4F-76E0DFD80549}" srcId="{E0DA97ED-9B61-4FEA-900D-E844B98B8D9A}" destId="{052A435E-15F0-446C-A02C-7375346DB1BB}" srcOrd="0" destOrd="0" parTransId="{EE32A26A-D9A4-4439-84DB-16C6FEB7976E}" sibTransId="{CE228197-37FC-4EE5-97DF-2B74A339EAAB}"/>
    <dgm:cxn modelId="{2938BF72-9697-47DD-8672-FF3A4BC5AF54}" type="presOf" srcId="{CE228197-37FC-4EE5-97DF-2B74A339EAAB}" destId="{1FF65E19-8F72-4E3D-BCC9-868FE3CBCD07}" srcOrd="0" destOrd="0" presId="urn:microsoft.com/office/officeart/2008/layout/VerticalCurvedList"/>
    <dgm:cxn modelId="{4F041655-E29D-4388-89C5-810E665B8B3B}" type="presOf" srcId="{BDCA8822-494F-4839-BA6B-4D1AAE4F7F30}" destId="{1FEDE9C4-6932-4179-A47C-198D4E2574F8}" srcOrd="0" destOrd="0" presId="urn:microsoft.com/office/officeart/2008/layout/VerticalCurvedList"/>
    <dgm:cxn modelId="{FAD587A1-46DB-48DC-8905-200DC0799B42}" type="presOf" srcId="{6272CF4F-0F41-4071-9F6A-6290FB03E479}" destId="{59B14390-1747-499E-9ADD-5A07CDE7D3CE}" srcOrd="0" destOrd="0" presId="urn:microsoft.com/office/officeart/2008/layout/VerticalCurvedList"/>
    <dgm:cxn modelId="{DCD7D3D6-EE1D-4DE7-B653-8AC6DB9B7A46}" type="presOf" srcId="{E0DA97ED-9B61-4FEA-900D-E844B98B8D9A}" destId="{1E954943-C722-4A05-AA23-A634A0BB32CE}" srcOrd="0" destOrd="0" presId="urn:microsoft.com/office/officeart/2008/layout/VerticalCurvedList"/>
    <dgm:cxn modelId="{221B24DC-28C7-4876-835C-488646E4E3E9}" srcId="{E0DA97ED-9B61-4FEA-900D-E844B98B8D9A}" destId="{6272CF4F-0F41-4071-9F6A-6290FB03E479}" srcOrd="2" destOrd="0" parTransId="{0F0C3BCB-33A2-4F70-8CCA-D7569AD66E3A}" sibTransId="{3C32A106-B296-4306-AB9B-DE99F81DEF41}"/>
    <dgm:cxn modelId="{09075D24-6F36-4CBD-A49B-97CA6166C28F}" type="presParOf" srcId="{1E954943-C722-4A05-AA23-A634A0BB32CE}" destId="{DC64036A-7C19-4212-8EC2-DE26B5308B10}" srcOrd="0" destOrd="0" presId="urn:microsoft.com/office/officeart/2008/layout/VerticalCurvedList"/>
    <dgm:cxn modelId="{531E0C39-E8E6-42FD-A1A1-83A25D04888C}" type="presParOf" srcId="{DC64036A-7C19-4212-8EC2-DE26B5308B10}" destId="{FF55C619-FB9F-470A-96B4-A111EA9F7687}" srcOrd="0" destOrd="0" presId="urn:microsoft.com/office/officeart/2008/layout/VerticalCurvedList"/>
    <dgm:cxn modelId="{693DD89E-7FE2-4CD6-9A24-9D6AE2B88951}" type="presParOf" srcId="{FF55C619-FB9F-470A-96B4-A111EA9F7687}" destId="{CC5F0156-566F-40C2-999B-0505CF5FAE66}" srcOrd="0" destOrd="0" presId="urn:microsoft.com/office/officeart/2008/layout/VerticalCurvedList"/>
    <dgm:cxn modelId="{5C787F71-6283-41DE-9546-07BF5E370E79}" type="presParOf" srcId="{FF55C619-FB9F-470A-96B4-A111EA9F7687}" destId="{1FF65E19-8F72-4E3D-BCC9-868FE3CBCD07}" srcOrd="1" destOrd="0" presId="urn:microsoft.com/office/officeart/2008/layout/VerticalCurvedList"/>
    <dgm:cxn modelId="{62780440-8499-42F0-93C4-ABB3FA30F365}" type="presParOf" srcId="{FF55C619-FB9F-470A-96B4-A111EA9F7687}" destId="{7BDD3955-BDB8-4F65-A3E3-4B1F8B95B632}" srcOrd="2" destOrd="0" presId="urn:microsoft.com/office/officeart/2008/layout/VerticalCurvedList"/>
    <dgm:cxn modelId="{AE198D74-7162-4A4D-AB19-31FB0B24C059}" type="presParOf" srcId="{FF55C619-FB9F-470A-96B4-A111EA9F7687}" destId="{B3589C17-9E17-47EF-B76F-8A2FB040AE6C}" srcOrd="3" destOrd="0" presId="urn:microsoft.com/office/officeart/2008/layout/VerticalCurvedList"/>
    <dgm:cxn modelId="{015416E5-3FAD-48FB-A479-78165797FE42}" type="presParOf" srcId="{DC64036A-7C19-4212-8EC2-DE26B5308B10}" destId="{C9F73BBD-8B43-4453-96E3-CF0649421473}" srcOrd="1" destOrd="0" presId="urn:microsoft.com/office/officeart/2008/layout/VerticalCurvedList"/>
    <dgm:cxn modelId="{1DC07D1F-8D2D-437B-8921-727682E5964E}" type="presParOf" srcId="{DC64036A-7C19-4212-8EC2-DE26B5308B10}" destId="{385D4FD9-0C92-4165-9504-AF63D294EAE7}" srcOrd="2" destOrd="0" presId="urn:microsoft.com/office/officeart/2008/layout/VerticalCurvedList"/>
    <dgm:cxn modelId="{F8CBF3B0-C6E8-4744-A493-2B30BD02006D}" type="presParOf" srcId="{385D4FD9-0C92-4165-9504-AF63D294EAE7}" destId="{18B40F57-2122-4AB8-8637-95331CBC4EA1}" srcOrd="0" destOrd="0" presId="urn:microsoft.com/office/officeart/2008/layout/VerticalCurvedList"/>
    <dgm:cxn modelId="{D09581B1-BFFA-4E7A-8811-B679409A6DFE}" type="presParOf" srcId="{DC64036A-7C19-4212-8EC2-DE26B5308B10}" destId="{1FEDE9C4-6932-4179-A47C-198D4E2574F8}" srcOrd="3" destOrd="0" presId="urn:microsoft.com/office/officeart/2008/layout/VerticalCurvedList"/>
    <dgm:cxn modelId="{29EE4A21-5187-4906-9D7C-9A91912E3753}" type="presParOf" srcId="{DC64036A-7C19-4212-8EC2-DE26B5308B10}" destId="{3E75C608-3F37-44AC-8705-0F1EBFEA9502}" srcOrd="4" destOrd="0" presId="urn:microsoft.com/office/officeart/2008/layout/VerticalCurvedList"/>
    <dgm:cxn modelId="{C11670FD-1391-4675-ACD4-53161E943792}" type="presParOf" srcId="{3E75C608-3F37-44AC-8705-0F1EBFEA9502}" destId="{4A449931-FEFE-4C77-8471-A9EE14A75B5A}" srcOrd="0" destOrd="0" presId="urn:microsoft.com/office/officeart/2008/layout/VerticalCurvedList"/>
    <dgm:cxn modelId="{64F6816E-E069-4C87-8DB1-20876B609D43}" type="presParOf" srcId="{DC64036A-7C19-4212-8EC2-DE26B5308B10}" destId="{59B14390-1747-499E-9ADD-5A07CDE7D3CE}" srcOrd="5" destOrd="0" presId="urn:microsoft.com/office/officeart/2008/layout/VerticalCurvedList"/>
    <dgm:cxn modelId="{4C65C8BE-5F24-44A9-B920-D9AEF0F49565}" type="presParOf" srcId="{DC64036A-7C19-4212-8EC2-DE26B5308B10}" destId="{798BF4AE-C693-46D9-B093-070F70FB0884}" srcOrd="6" destOrd="0" presId="urn:microsoft.com/office/officeart/2008/layout/VerticalCurvedList"/>
    <dgm:cxn modelId="{6DFC6F03-FBDB-474B-BD84-30D6DABBCC24}" type="presParOf" srcId="{798BF4AE-C693-46D9-B093-070F70FB0884}" destId="{EA13CE3D-8654-4FF0-ADE5-D2D767D7915D}"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075349F-293F-4BE7-BDFE-2F8F24C23ACB}" type="doc">
      <dgm:prSet loTypeId="urn:microsoft.com/office/officeart/2009/3/layout/StepUpProcess" loCatId="process" qsTypeId="urn:microsoft.com/office/officeart/2005/8/quickstyle/simple1" qsCatId="simple" csTypeId="urn:microsoft.com/office/officeart/2005/8/colors/accent1_2" csCatId="accent1" phldr="1"/>
      <dgm:spPr/>
      <dgm:t>
        <a:bodyPr/>
        <a:lstStyle/>
        <a:p>
          <a:endParaRPr lang="en-IN"/>
        </a:p>
      </dgm:t>
    </dgm:pt>
    <dgm:pt modelId="{F45E9961-6030-450F-A5C3-25A6747781DC}">
      <dgm:prSet phldrT="[Text]" custT="1"/>
      <dgm:spPr/>
      <dgm:t>
        <a:bodyPr/>
        <a:lstStyle/>
        <a:p>
          <a:pPr>
            <a:buNone/>
          </a:pPr>
          <a:r>
            <a:rPr lang="en-IN" sz="2400" b="1" dirty="0">
              <a:solidFill>
                <a:schemeClr val="bg1"/>
              </a:solidFill>
            </a:rPr>
            <a:t>Performance Evaluation</a:t>
          </a:r>
        </a:p>
        <a:p>
          <a:pPr>
            <a:buNone/>
          </a:pPr>
          <a:r>
            <a:rPr lang="fr-FR" sz="2000" dirty="0" err="1">
              <a:solidFill>
                <a:schemeClr val="bg1"/>
              </a:solidFill>
            </a:rPr>
            <a:t>Accuracy</a:t>
          </a:r>
          <a:r>
            <a:rPr lang="fr-FR" sz="2000" dirty="0">
              <a:solidFill>
                <a:schemeClr val="bg1"/>
              </a:solidFill>
            </a:rPr>
            <a:t>, Confusion Matrix, ROC/AUC </a:t>
          </a:r>
          <a:r>
            <a:rPr lang="fr-FR" sz="2000" dirty="0" err="1">
              <a:solidFill>
                <a:schemeClr val="bg1"/>
              </a:solidFill>
            </a:rPr>
            <a:t>analysis</a:t>
          </a:r>
          <a:endParaRPr lang="en-IN" sz="2000" dirty="0">
            <a:solidFill>
              <a:schemeClr val="bg1"/>
            </a:solidFill>
          </a:endParaRPr>
        </a:p>
      </dgm:t>
    </dgm:pt>
    <dgm:pt modelId="{E230813F-D78B-41C4-971C-308BF12890B8}" type="parTrans" cxnId="{464A9CA6-6BDC-4409-A684-79263DCA8ABA}">
      <dgm:prSet/>
      <dgm:spPr/>
      <dgm:t>
        <a:bodyPr/>
        <a:lstStyle/>
        <a:p>
          <a:endParaRPr lang="en-IN"/>
        </a:p>
      </dgm:t>
    </dgm:pt>
    <dgm:pt modelId="{94CABCA4-B780-451A-A518-92855C8E38E9}" type="sibTrans" cxnId="{464A9CA6-6BDC-4409-A684-79263DCA8ABA}">
      <dgm:prSet/>
      <dgm:spPr/>
      <dgm:t>
        <a:bodyPr/>
        <a:lstStyle/>
        <a:p>
          <a:endParaRPr lang="en-IN"/>
        </a:p>
      </dgm:t>
    </dgm:pt>
    <dgm:pt modelId="{32B0EF5B-D1D3-45E7-A7B4-8D799795022C}">
      <dgm:prSet phldrT="[Text]" custT="1"/>
      <dgm:spPr/>
      <dgm:t>
        <a:bodyPr/>
        <a:lstStyle/>
        <a:p>
          <a:pPr>
            <a:buNone/>
          </a:pPr>
          <a:r>
            <a:rPr lang="en-IN" sz="2400" b="1" dirty="0">
              <a:solidFill>
                <a:schemeClr val="bg1"/>
              </a:solidFill>
            </a:rPr>
            <a:t>Logistic Regression</a:t>
          </a:r>
        </a:p>
        <a:p>
          <a:pPr>
            <a:buNone/>
          </a:pPr>
          <a:r>
            <a:rPr lang="en-IN" sz="2000" dirty="0">
              <a:solidFill>
                <a:schemeClr val="bg1"/>
              </a:solidFill>
            </a:rPr>
            <a:t>Simple, interpretable model for binary classification</a:t>
          </a:r>
        </a:p>
      </dgm:t>
    </dgm:pt>
    <dgm:pt modelId="{39476D16-958C-4124-8154-A24F9F0EAFE5}" type="parTrans" cxnId="{A8DD9533-1D30-4C9C-8750-CDBC9C9A321A}">
      <dgm:prSet/>
      <dgm:spPr/>
      <dgm:t>
        <a:bodyPr/>
        <a:lstStyle/>
        <a:p>
          <a:endParaRPr lang="en-IN"/>
        </a:p>
      </dgm:t>
    </dgm:pt>
    <dgm:pt modelId="{777A56B8-C12F-4617-BB00-5CDC5D7ABF27}" type="sibTrans" cxnId="{A8DD9533-1D30-4C9C-8750-CDBC9C9A321A}">
      <dgm:prSet/>
      <dgm:spPr/>
      <dgm:t>
        <a:bodyPr/>
        <a:lstStyle/>
        <a:p>
          <a:endParaRPr lang="en-IN"/>
        </a:p>
      </dgm:t>
    </dgm:pt>
    <dgm:pt modelId="{93E4CF09-1F36-4C9C-875A-A50F41E0233F}">
      <dgm:prSet phldrT="[Text]" custT="1"/>
      <dgm:spPr/>
      <dgm:t>
        <a:bodyPr/>
        <a:lstStyle/>
        <a:p>
          <a:pPr>
            <a:buNone/>
          </a:pPr>
          <a:r>
            <a:rPr lang="en-IN" sz="2400" b="1" dirty="0">
              <a:solidFill>
                <a:schemeClr val="bg1"/>
              </a:solidFill>
            </a:rPr>
            <a:t>Data Split</a:t>
          </a:r>
        </a:p>
        <a:p>
          <a:pPr>
            <a:buNone/>
          </a:pPr>
          <a:r>
            <a:rPr lang="en-IN" sz="2000" dirty="0">
              <a:solidFill>
                <a:schemeClr val="bg1"/>
              </a:solidFill>
            </a:rPr>
            <a:t>80% training data, 20% testing data for validation</a:t>
          </a:r>
        </a:p>
      </dgm:t>
    </dgm:pt>
    <dgm:pt modelId="{CA8C8D12-A05D-4B2F-B521-6BD1D52B8553}" type="parTrans" cxnId="{491A8B85-C447-4432-8886-9076DFC9F199}">
      <dgm:prSet/>
      <dgm:spPr/>
      <dgm:t>
        <a:bodyPr/>
        <a:lstStyle/>
        <a:p>
          <a:endParaRPr lang="en-IN"/>
        </a:p>
      </dgm:t>
    </dgm:pt>
    <dgm:pt modelId="{80F71437-C106-4E5F-9710-D6F61262EB7E}" type="sibTrans" cxnId="{491A8B85-C447-4432-8886-9076DFC9F199}">
      <dgm:prSet/>
      <dgm:spPr/>
      <dgm:t>
        <a:bodyPr/>
        <a:lstStyle/>
        <a:p>
          <a:endParaRPr lang="en-IN"/>
        </a:p>
      </dgm:t>
    </dgm:pt>
    <dgm:pt modelId="{B638647D-72D9-4EA1-99F3-3E66CCEB4B75}" type="pres">
      <dgm:prSet presAssocID="{7075349F-293F-4BE7-BDFE-2F8F24C23ACB}" presName="rootnode" presStyleCnt="0">
        <dgm:presLayoutVars>
          <dgm:chMax/>
          <dgm:chPref/>
          <dgm:dir/>
          <dgm:animLvl val="lvl"/>
        </dgm:presLayoutVars>
      </dgm:prSet>
      <dgm:spPr/>
    </dgm:pt>
    <dgm:pt modelId="{A768819D-0DAB-4231-9D95-F77F701953FE}" type="pres">
      <dgm:prSet presAssocID="{F45E9961-6030-450F-A5C3-25A6747781DC}" presName="composite" presStyleCnt="0"/>
      <dgm:spPr/>
    </dgm:pt>
    <dgm:pt modelId="{AF186FB2-D259-47E1-A24E-22B9D78641D2}" type="pres">
      <dgm:prSet presAssocID="{F45E9961-6030-450F-A5C3-25A6747781DC}" presName="LShape" presStyleLbl="alignNode1" presStyleIdx="0" presStyleCnt="5"/>
      <dgm:spPr/>
    </dgm:pt>
    <dgm:pt modelId="{5EBE55EC-818E-4B6F-B2F2-56DE9243F660}" type="pres">
      <dgm:prSet presAssocID="{F45E9961-6030-450F-A5C3-25A6747781DC}" presName="ParentText" presStyleLbl="revTx" presStyleIdx="0" presStyleCnt="3">
        <dgm:presLayoutVars>
          <dgm:chMax val="0"/>
          <dgm:chPref val="0"/>
          <dgm:bulletEnabled val="1"/>
        </dgm:presLayoutVars>
      </dgm:prSet>
      <dgm:spPr/>
    </dgm:pt>
    <dgm:pt modelId="{BFAB11C8-5B32-49B9-88C9-2AC6E1555768}" type="pres">
      <dgm:prSet presAssocID="{F45E9961-6030-450F-A5C3-25A6747781DC}" presName="Triangle" presStyleLbl="alignNode1" presStyleIdx="1" presStyleCnt="5"/>
      <dgm:spPr/>
    </dgm:pt>
    <dgm:pt modelId="{D2ABDE7C-09D3-4E4D-B1EB-F0557A8EA983}" type="pres">
      <dgm:prSet presAssocID="{94CABCA4-B780-451A-A518-92855C8E38E9}" presName="sibTrans" presStyleCnt="0"/>
      <dgm:spPr/>
    </dgm:pt>
    <dgm:pt modelId="{71334B64-EBA8-4474-97D8-7D8A2798453B}" type="pres">
      <dgm:prSet presAssocID="{94CABCA4-B780-451A-A518-92855C8E38E9}" presName="space" presStyleCnt="0"/>
      <dgm:spPr/>
    </dgm:pt>
    <dgm:pt modelId="{ECB01436-34AD-4099-A3AC-DFE7B124EDE3}" type="pres">
      <dgm:prSet presAssocID="{32B0EF5B-D1D3-45E7-A7B4-8D799795022C}" presName="composite" presStyleCnt="0"/>
      <dgm:spPr/>
    </dgm:pt>
    <dgm:pt modelId="{45B40D7C-42B4-4B34-9F99-936B00046E05}" type="pres">
      <dgm:prSet presAssocID="{32B0EF5B-D1D3-45E7-A7B4-8D799795022C}" presName="LShape" presStyleLbl="alignNode1" presStyleIdx="2" presStyleCnt="5"/>
      <dgm:spPr/>
    </dgm:pt>
    <dgm:pt modelId="{B7B55E85-37A3-45D2-8D64-9C8E35DC96F4}" type="pres">
      <dgm:prSet presAssocID="{32B0EF5B-D1D3-45E7-A7B4-8D799795022C}" presName="ParentText" presStyleLbl="revTx" presStyleIdx="1" presStyleCnt="3">
        <dgm:presLayoutVars>
          <dgm:chMax val="0"/>
          <dgm:chPref val="0"/>
          <dgm:bulletEnabled val="1"/>
        </dgm:presLayoutVars>
      </dgm:prSet>
      <dgm:spPr/>
    </dgm:pt>
    <dgm:pt modelId="{7EA4F5B1-8656-4D70-BDA6-9CB11BB1DE77}" type="pres">
      <dgm:prSet presAssocID="{32B0EF5B-D1D3-45E7-A7B4-8D799795022C}" presName="Triangle" presStyleLbl="alignNode1" presStyleIdx="3" presStyleCnt="5"/>
      <dgm:spPr/>
    </dgm:pt>
    <dgm:pt modelId="{0F16C263-3B8B-49CE-83E7-D6E98B843AE9}" type="pres">
      <dgm:prSet presAssocID="{777A56B8-C12F-4617-BB00-5CDC5D7ABF27}" presName="sibTrans" presStyleCnt="0"/>
      <dgm:spPr/>
    </dgm:pt>
    <dgm:pt modelId="{8C376E15-4FAA-444F-B0BE-A2E20D4590AD}" type="pres">
      <dgm:prSet presAssocID="{777A56B8-C12F-4617-BB00-5CDC5D7ABF27}" presName="space" presStyleCnt="0"/>
      <dgm:spPr/>
    </dgm:pt>
    <dgm:pt modelId="{0E71463B-C009-4A8F-BAFD-2DCAC2647965}" type="pres">
      <dgm:prSet presAssocID="{93E4CF09-1F36-4C9C-875A-A50F41E0233F}" presName="composite" presStyleCnt="0"/>
      <dgm:spPr/>
    </dgm:pt>
    <dgm:pt modelId="{C0433B9D-921E-45C1-B4EE-72760AE265C1}" type="pres">
      <dgm:prSet presAssocID="{93E4CF09-1F36-4C9C-875A-A50F41E0233F}" presName="LShape" presStyleLbl="alignNode1" presStyleIdx="4" presStyleCnt="5"/>
      <dgm:spPr/>
    </dgm:pt>
    <dgm:pt modelId="{3A508A04-A8B4-4F5A-BCC9-108A446313B9}" type="pres">
      <dgm:prSet presAssocID="{93E4CF09-1F36-4C9C-875A-A50F41E0233F}" presName="ParentText" presStyleLbl="revTx" presStyleIdx="2" presStyleCnt="3">
        <dgm:presLayoutVars>
          <dgm:chMax val="0"/>
          <dgm:chPref val="0"/>
          <dgm:bulletEnabled val="1"/>
        </dgm:presLayoutVars>
      </dgm:prSet>
      <dgm:spPr/>
    </dgm:pt>
  </dgm:ptLst>
  <dgm:cxnLst>
    <dgm:cxn modelId="{1603BA2C-96F6-45FA-88B3-07D26EC8978B}" type="presOf" srcId="{32B0EF5B-D1D3-45E7-A7B4-8D799795022C}" destId="{B7B55E85-37A3-45D2-8D64-9C8E35DC96F4}" srcOrd="0" destOrd="0" presId="urn:microsoft.com/office/officeart/2009/3/layout/StepUpProcess"/>
    <dgm:cxn modelId="{2C3F2433-108D-4400-A5E6-8D37C1D5AE45}" type="presOf" srcId="{93E4CF09-1F36-4C9C-875A-A50F41E0233F}" destId="{3A508A04-A8B4-4F5A-BCC9-108A446313B9}" srcOrd="0" destOrd="0" presId="urn:microsoft.com/office/officeart/2009/3/layout/StepUpProcess"/>
    <dgm:cxn modelId="{A8DD9533-1D30-4C9C-8750-CDBC9C9A321A}" srcId="{7075349F-293F-4BE7-BDFE-2F8F24C23ACB}" destId="{32B0EF5B-D1D3-45E7-A7B4-8D799795022C}" srcOrd="1" destOrd="0" parTransId="{39476D16-958C-4124-8154-A24F9F0EAFE5}" sibTransId="{777A56B8-C12F-4617-BB00-5CDC5D7ABF27}"/>
    <dgm:cxn modelId="{491A8B85-C447-4432-8886-9076DFC9F199}" srcId="{7075349F-293F-4BE7-BDFE-2F8F24C23ACB}" destId="{93E4CF09-1F36-4C9C-875A-A50F41E0233F}" srcOrd="2" destOrd="0" parTransId="{CA8C8D12-A05D-4B2F-B521-6BD1D52B8553}" sibTransId="{80F71437-C106-4E5F-9710-D6F61262EB7E}"/>
    <dgm:cxn modelId="{464A9CA6-6BDC-4409-A684-79263DCA8ABA}" srcId="{7075349F-293F-4BE7-BDFE-2F8F24C23ACB}" destId="{F45E9961-6030-450F-A5C3-25A6747781DC}" srcOrd="0" destOrd="0" parTransId="{E230813F-D78B-41C4-971C-308BF12890B8}" sibTransId="{94CABCA4-B780-451A-A518-92855C8E38E9}"/>
    <dgm:cxn modelId="{48019DE4-8EDB-4504-8136-4EFFFB10C947}" type="presOf" srcId="{7075349F-293F-4BE7-BDFE-2F8F24C23ACB}" destId="{B638647D-72D9-4EA1-99F3-3E66CCEB4B75}" srcOrd="0" destOrd="0" presId="urn:microsoft.com/office/officeart/2009/3/layout/StepUpProcess"/>
    <dgm:cxn modelId="{B283A3FC-DB9B-494C-8674-CC61C8F20CFA}" type="presOf" srcId="{F45E9961-6030-450F-A5C3-25A6747781DC}" destId="{5EBE55EC-818E-4B6F-B2F2-56DE9243F660}" srcOrd="0" destOrd="0" presId="urn:microsoft.com/office/officeart/2009/3/layout/StepUpProcess"/>
    <dgm:cxn modelId="{7CA8870C-3421-4897-A54E-12186DF710DB}" type="presParOf" srcId="{B638647D-72D9-4EA1-99F3-3E66CCEB4B75}" destId="{A768819D-0DAB-4231-9D95-F77F701953FE}" srcOrd="0" destOrd="0" presId="urn:microsoft.com/office/officeart/2009/3/layout/StepUpProcess"/>
    <dgm:cxn modelId="{D13B3B38-47F3-4127-B3C5-B3F72BEEFB89}" type="presParOf" srcId="{A768819D-0DAB-4231-9D95-F77F701953FE}" destId="{AF186FB2-D259-47E1-A24E-22B9D78641D2}" srcOrd="0" destOrd="0" presId="urn:microsoft.com/office/officeart/2009/3/layout/StepUpProcess"/>
    <dgm:cxn modelId="{D502F2C7-4FC8-4874-B142-29E87DEE92B0}" type="presParOf" srcId="{A768819D-0DAB-4231-9D95-F77F701953FE}" destId="{5EBE55EC-818E-4B6F-B2F2-56DE9243F660}" srcOrd="1" destOrd="0" presId="urn:microsoft.com/office/officeart/2009/3/layout/StepUpProcess"/>
    <dgm:cxn modelId="{40955F7E-8EBF-4EC0-9274-E20A783F9904}" type="presParOf" srcId="{A768819D-0DAB-4231-9D95-F77F701953FE}" destId="{BFAB11C8-5B32-49B9-88C9-2AC6E1555768}" srcOrd="2" destOrd="0" presId="urn:microsoft.com/office/officeart/2009/3/layout/StepUpProcess"/>
    <dgm:cxn modelId="{28854AAB-6647-4ACC-9592-179E92F8CF5C}" type="presParOf" srcId="{B638647D-72D9-4EA1-99F3-3E66CCEB4B75}" destId="{D2ABDE7C-09D3-4E4D-B1EB-F0557A8EA983}" srcOrd="1" destOrd="0" presId="urn:microsoft.com/office/officeart/2009/3/layout/StepUpProcess"/>
    <dgm:cxn modelId="{0E8A1621-04EB-4BA3-B86E-0886DE04C35D}" type="presParOf" srcId="{D2ABDE7C-09D3-4E4D-B1EB-F0557A8EA983}" destId="{71334B64-EBA8-4474-97D8-7D8A2798453B}" srcOrd="0" destOrd="0" presId="urn:microsoft.com/office/officeart/2009/3/layout/StepUpProcess"/>
    <dgm:cxn modelId="{012D2BB0-A802-4D90-A6EF-D4F00EBE23F6}" type="presParOf" srcId="{B638647D-72D9-4EA1-99F3-3E66CCEB4B75}" destId="{ECB01436-34AD-4099-A3AC-DFE7B124EDE3}" srcOrd="2" destOrd="0" presId="urn:microsoft.com/office/officeart/2009/3/layout/StepUpProcess"/>
    <dgm:cxn modelId="{28A21315-0DC4-4BB3-AE69-850B77590C07}" type="presParOf" srcId="{ECB01436-34AD-4099-A3AC-DFE7B124EDE3}" destId="{45B40D7C-42B4-4B34-9F99-936B00046E05}" srcOrd="0" destOrd="0" presId="urn:microsoft.com/office/officeart/2009/3/layout/StepUpProcess"/>
    <dgm:cxn modelId="{DA5E41EA-BD0D-49AF-B059-03AFD6DA99CA}" type="presParOf" srcId="{ECB01436-34AD-4099-A3AC-DFE7B124EDE3}" destId="{B7B55E85-37A3-45D2-8D64-9C8E35DC96F4}" srcOrd="1" destOrd="0" presId="urn:microsoft.com/office/officeart/2009/3/layout/StepUpProcess"/>
    <dgm:cxn modelId="{227B7C7B-3E69-40C1-BCE0-AF853828C801}" type="presParOf" srcId="{ECB01436-34AD-4099-A3AC-DFE7B124EDE3}" destId="{7EA4F5B1-8656-4D70-BDA6-9CB11BB1DE77}" srcOrd="2" destOrd="0" presId="urn:microsoft.com/office/officeart/2009/3/layout/StepUpProcess"/>
    <dgm:cxn modelId="{E40F573E-FFEC-4D88-B2A6-119806537492}" type="presParOf" srcId="{B638647D-72D9-4EA1-99F3-3E66CCEB4B75}" destId="{0F16C263-3B8B-49CE-83E7-D6E98B843AE9}" srcOrd="3" destOrd="0" presId="urn:microsoft.com/office/officeart/2009/3/layout/StepUpProcess"/>
    <dgm:cxn modelId="{A306861D-5579-4970-BD47-EC4C4065A2E2}" type="presParOf" srcId="{0F16C263-3B8B-49CE-83E7-D6E98B843AE9}" destId="{8C376E15-4FAA-444F-B0BE-A2E20D4590AD}" srcOrd="0" destOrd="0" presId="urn:microsoft.com/office/officeart/2009/3/layout/StepUpProcess"/>
    <dgm:cxn modelId="{B3644F4C-450C-49CA-A66B-14951598D3FD}" type="presParOf" srcId="{B638647D-72D9-4EA1-99F3-3E66CCEB4B75}" destId="{0E71463B-C009-4A8F-BAFD-2DCAC2647965}" srcOrd="4" destOrd="0" presId="urn:microsoft.com/office/officeart/2009/3/layout/StepUpProcess"/>
    <dgm:cxn modelId="{67B9F70D-007F-4782-8F19-714E33A40A70}" type="presParOf" srcId="{0E71463B-C009-4A8F-BAFD-2DCAC2647965}" destId="{C0433B9D-921E-45C1-B4EE-72760AE265C1}" srcOrd="0" destOrd="0" presId="urn:microsoft.com/office/officeart/2009/3/layout/StepUpProcess"/>
    <dgm:cxn modelId="{E32BF8E2-59B1-4A86-8C06-97FE52092A6D}" type="presParOf" srcId="{0E71463B-C009-4A8F-BAFD-2DCAC2647965}" destId="{3A508A04-A8B4-4F5A-BCC9-108A446313B9}" srcOrd="1" destOrd="0" presId="urn:microsoft.com/office/officeart/2009/3/layout/StepUpProcess"/>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F1967DA-88F9-491B-86B9-156494BF14CA}" type="doc">
      <dgm:prSet loTypeId="urn:microsoft.com/office/officeart/2005/8/layout/bList2" loCatId="list" qsTypeId="urn:microsoft.com/office/officeart/2005/8/quickstyle/simple1" qsCatId="simple" csTypeId="urn:microsoft.com/office/officeart/2005/8/colors/accent1_2" csCatId="accent1" phldr="1"/>
      <dgm:spPr/>
      <dgm:t>
        <a:bodyPr/>
        <a:lstStyle/>
        <a:p>
          <a:endParaRPr lang="en-IN"/>
        </a:p>
      </dgm:t>
    </dgm:pt>
    <dgm:pt modelId="{F4BE96FB-3A3C-4DC8-AE63-52DEE770275A}">
      <dgm:prSet phldrT="[Text]" custT="1"/>
      <dgm:spPr/>
      <dgm:t>
        <a:bodyPr/>
        <a:lstStyle/>
        <a:p>
          <a:pPr>
            <a:buNone/>
          </a:pPr>
          <a:r>
            <a:rPr lang="en-IN" sz="1800" b="1" dirty="0">
              <a:latin typeface="Cambria" panose="02040503050406030204" pitchFamily="18" charset="0"/>
              <a:ea typeface="Cambria" panose="02040503050406030204" pitchFamily="18" charset="0"/>
            </a:rPr>
            <a:t>Successful Prediction</a:t>
          </a:r>
          <a:endParaRPr lang="en-IN" sz="1800" dirty="0">
            <a:latin typeface="Cambria" panose="02040503050406030204" pitchFamily="18" charset="0"/>
            <a:ea typeface="Cambria" panose="02040503050406030204" pitchFamily="18" charset="0"/>
          </a:endParaRPr>
        </a:p>
      </dgm:t>
    </dgm:pt>
    <dgm:pt modelId="{D76010AE-71C1-49BB-86CE-18451C43B577}" type="parTrans" cxnId="{CF7716D2-6515-43C3-9880-2973B22303BB}">
      <dgm:prSet/>
      <dgm:spPr/>
      <dgm:t>
        <a:bodyPr/>
        <a:lstStyle/>
        <a:p>
          <a:endParaRPr lang="en-IN"/>
        </a:p>
      </dgm:t>
    </dgm:pt>
    <dgm:pt modelId="{30CF7097-0C32-44E3-973C-79A85250006C}" type="sibTrans" cxnId="{CF7716D2-6515-43C3-9880-2973B22303BB}">
      <dgm:prSet/>
      <dgm:spPr/>
      <dgm:t>
        <a:bodyPr/>
        <a:lstStyle/>
        <a:p>
          <a:endParaRPr lang="en-IN"/>
        </a:p>
      </dgm:t>
    </dgm:pt>
    <dgm:pt modelId="{6AE308EC-F4D2-4FC8-9144-ABE673E6733F}">
      <dgm:prSet phldrT="[Text]" custT="1"/>
      <dgm:spPr/>
      <dgm:t>
        <a:bodyPr/>
        <a:lstStyle/>
        <a:p>
          <a:pPr>
            <a:buNone/>
          </a:pPr>
          <a:r>
            <a:rPr lang="en-IN" sz="1800" b="1" dirty="0">
              <a:latin typeface="Cambria" panose="02040503050406030204" pitchFamily="18" charset="0"/>
              <a:ea typeface="Cambria" panose="02040503050406030204" pitchFamily="18" charset="0"/>
            </a:rPr>
            <a:t>Key Risk Factors</a:t>
          </a:r>
          <a:endParaRPr lang="en-IN" sz="1800" dirty="0">
            <a:latin typeface="Cambria" panose="02040503050406030204" pitchFamily="18" charset="0"/>
            <a:ea typeface="Cambria" panose="02040503050406030204" pitchFamily="18" charset="0"/>
          </a:endParaRPr>
        </a:p>
      </dgm:t>
    </dgm:pt>
    <dgm:pt modelId="{31826176-7F6F-4116-8122-0447072B209B}" type="parTrans" cxnId="{FE3B6FFA-056D-4DA0-857C-F60C7FE07107}">
      <dgm:prSet/>
      <dgm:spPr/>
      <dgm:t>
        <a:bodyPr/>
        <a:lstStyle/>
        <a:p>
          <a:endParaRPr lang="en-IN"/>
        </a:p>
      </dgm:t>
    </dgm:pt>
    <dgm:pt modelId="{67A974DC-BC57-4CB3-833B-7C19835A95B2}" type="sibTrans" cxnId="{FE3B6FFA-056D-4DA0-857C-F60C7FE07107}">
      <dgm:prSet/>
      <dgm:spPr/>
      <dgm:t>
        <a:bodyPr/>
        <a:lstStyle/>
        <a:p>
          <a:endParaRPr lang="en-IN"/>
        </a:p>
      </dgm:t>
    </dgm:pt>
    <dgm:pt modelId="{AD18EC7D-7463-48F4-90FE-C8288B69AB91}">
      <dgm:prSet phldrT="[Text]" custT="1"/>
      <dgm:spPr/>
      <dgm:t>
        <a:bodyPr/>
        <a:lstStyle/>
        <a:p>
          <a:r>
            <a:rPr lang="en-IN" sz="1800" b="1" dirty="0">
              <a:latin typeface="Cambria" panose="02040503050406030204" pitchFamily="18" charset="0"/>
              <a:ea typeface="Cambria" panose="02040503050406030204" pitchFamily="18" charset="0"/>
            </a:rPr>
            <a:t>Future Improvements</a:t>
          </a:r>
          <a:endParaRPr lang="en-IN" sz="1800" dirty="0">
            <a:latin typeface="Cambria" panose="02040503050406030204" pitchFamily="18" charset="0"/>
            <a:ea typeface="Cambria" panose="02040503050406030204" pitchFamily="18" charset="0"/>
          </a:endParaRPr>
        </a:p>
      </dgm:t>
    </dgm:pt>
    <dgm:pt modelId="{D33C2D6D-5910-4852-A21E-F1A005E0D97A}" type="parTrans" cxnId="{1261C94A-F578-40B8-ADC9-08CCE34CA8D5}">
      <dgm:prSet/>
      <dgm:spPr/>
      <dgm:t>
        <a:bodyPr/>
        <a:lstStyle/>
        <a:p>
          <a:endParaRPr lang="en-IN"/>
        </a:p>
      </dgm:t>
    </dgm:pt>
    <dgm:pt modelId="{E0691838-E46F-4B79-8E4A-A944B44AB091}" type="sibTrans" cxnId="{1261C94A-F578-40B8-ADC9-08CCE34CA8D5}">
      <dgm:prSet/>
      <dgm:spPr/>
      <dgm:t>
        <a:bodyPr/>
        <a:lstStyle/>
        <a:p>
          <a:endParaRPr lang="en-IN"/>
        </a:p>
      </dgm:t>
    </dgm:pt>
    <dgm:pt modelId="{A442149F-1563-4795-B690-81418EB19A32}">
      <dgm:prSet custT="1"/>
      <dgm:spPr/>
      <dgm:t>
        <a:bodyPr/>
        <a:lstStyle/>
        <a:p>
          <a:pPr>
            <a:buNone/>
          </a:pPr>
          <a:r>
            <a:rPr lang="en-US" sz="2000" dirty="0"/>
            <a:t>    Machine learning model achieved good accuracy in predicting heart disease risk using health features</a:t>
          </a:r>
          <a:endParaRPr lang="en-IN" sz="2000" dirty="0"/>
        </a:p>
      </dgm:t>
    </dgm:pt>
    <dgm:pt modelId="{3044E154-4DF9-4E54-A160-E967E21EBC8D}" type="parTrans" cxnId="{238B1259-B556-400C-929E-CB3860C5889B}">
      <dgm:prSet/>
      <dgm:spPr/>
      <dgm:t>
        <a:bodyPr/>
        <a:lstStyle/>
        <a:p>
          <a:endParaRPr lang="en-IN"/>
        </a:p>
      </dgm:t>
    </dgm:pt>
    <dgm:pt modelId="{10A8432F-76B8-4D8F-A1ED-18EF7C16BFED}" type="sibTrans" cxnId="{238B1259-B556-400C-929E-CB3860C5889B}">
      <dgm:prSet/>
      <dgm:spPr/>
      <dgm:t>
        <a:bodyPr/>
        <a:lstStyle/>
        <a:p>
          <a:endParaRPr lang="en-IN"/>
        </a:p>
      </dgm:t>
    </dgm:pt>
    <dgm:pt modelId="{C3247D68-DF43-4818-A867-23222BB94E22}">
      <dgm:prSet custT="1"/>
      <dgm:spPr/>
      <dgm:t>
        <a:bodyPr/>
        <a:lstStyle/>
        <a:p>
          <a:pPr>
            <a:buNone/>
          </a:pPr>
          <a:r>
            <a:rPr lang="en-US" sz="2000" dirty="0"/>
            <a:t>    Age, BMI, and blood pressure emerged as the most influential predictors of cardiovascular risk</a:t>
          </a:r>
          <a:endParaRPr lang="en-IN" sz="2000" dirty="0"/>
        </a:p>
      </dgm:t>
    </dgm:pt>
    <dgm:pt modelId="{BE2F89C1-6D1F-4087-AD21-402517B62D8B}" type="parTrans" cxnId="{5905FBE9-EBBC-44B2-A940-2895CAA6C27B}">
      <dgm:prSet/>
      <dgm:spPr/>
      <dgm:t>
        <a:bodyPr/>
        <a:lstStyle/>
        <a:p>
          <a:endParaRPr lang="en-IN"/>
        </a:p>
      </dgm:t>
    </dgm:pt>
    <dgm:pt modelId="{C26A30F6-BB0E-45AD-B206-CDDA8BA5F0A0}" type="sibTrans" cxnId="{5905FBE9-EBBC-44B2-A940-2895CAA6C27B}">
      <dgm:prSet/>
      <dgm:spPr/>
      <dgm:t>
        <a:bodyPr/>
        <a:lstStyle/>
        <a:p>
          <a:endParaRPr lang="en-IN"/>
        </a:p>
      </dgm:t>
    </dgm:pt>
    <dgm:pt modelId="{AD2C470C-6363-4160-B96B-7DBACB92C830}">
      <dgm:prSet custT="1"/>
      <dgm:spPr/>
      <dgm:t>
        <a:bodyPr/>
        <a:lstStyle/>
        <a:p>
          <a:pPr>
            <a:buNone/>
          </a:pPr>
          <a:r>
            <a:rPr lang="en-US" sz="2000" dirty="0"/>
            <a:t>    Enhanced accuracy possible with more data and advanced models for better clinical decision support </a:t>
          </a:r>
          <a:endParaRPr lang="en-IN" sz="2000" dirty="0"/>
        </a:p>
      </dgm:t>
    </dgm:pt>
    <dgm:pt modelId="{1BD60832-8D98-49A9-998A-E72B8CEFBCC6}" type="parTrans" cxnId="{82B2D431-AC73-4FAF-96BD-71B0C8EF7D88}">
      <dgm:prSet/>
      <dgm:spPr/>
      <dgm:t>
        <a:bodyPr/>
        <a:lstStyle/>
        <a:p>
          <a:endParaRPr lang="en-IN"/>
        </a:p>
      </dgm:t>
    </dgm:pt>
    <dgm:pt modelId="{FDF3FEDB-934A-49F6-8713-E3F4BBF47E71}" type="sibTrans" cxnId="{82B2D431-AC73-4FAF-96BD-71B0C8EF7D88}">
      <dgm:prSet/>
      <dgm:spPr/>
      <dgm:t>
        <a:bodyPr/>
        <a:lstStyle/>
        <a:p>
          <a:endParaRPr lang="en-IN"/>
        </a:p>
      </dgm:t>
    </dgm:pt>
    <dgm:pt modelId="{4225C31B-783C-4627-9275-F839EDF6A7F6}" type="pres">
      <dgm:prSet presAssocID="{7F1967DA-88F9-491B-86B9-156494BF14CA}" presName="diagram" presStyleCnt="0">
        <dgm:presLayoutVars>
          <dgm:dir/>
          <dgm:animLvl val="lvl"/>
          <dgm:resizeHandles val="exact"/>
        </dgm:presLayoutVars>
      </dgm:prSet>
      <dgm:spPr/>
    </dgm:pt>
    <dgm:pt modelId="{9794E039-6027-407F-B34F-78C7D524113D}" type="pres">
      <dgm:prSet presAssocID="{F4BE96FB-3A3C-4DC8-AE63-52DEE770275A}" presName="compNode" presStyleCnt="0"/>
      <dgm:spPr/>
    </dgm:pt>
    <dgm:pt modelId="{6F8502EB-7119-4122-A156-907DE11CF675}" type="pres">
      <dgm:prSet presAssocID="{F4BE96FB-3A3C-4DC8-AE63-52DEE770275A}" presName="childRect" presStyleLbl="bgAcc1" presStyleIdx="0" presStyleCnt="3">
        <dgm:presLayoutVars>
          <dgm:bulletEnabled val="1"/>
        </dgm:presLayoutVars>
      </dgm:prSet>
      <dgm:spPr/>
    </dgm:pt>
    <dgm:pt modelId="{17C0F3EC-5E38-467A-B34D-FBA3A7AA0C67}" type="pres">
      <dgm:prSet presAssocID="{F4BE96FB-3A3C-4DC8-AE63-52DEE770275A}" presName="parentText" presStyleLbl="node1" presStyleIdx="0" presStyleCnt="0">
        <dgm:presLayoutVars>
          <dgm:chMax val="0"/>
          <dgm:bulletEnabled val="1"/>
        </dgm:presLayoutVars>
      </dgm:prSet>
      <dgm:spPr/>
    </dgm:pt>
    <dgm:pt modelId="{DA3F2A58-184E-4A71-8598-F780E58847BF}" type="pres">
      <dgm:prSet presAssocID="{F4BE96FB-3A3C-4DC8-AE63-52DEE770275A}" presName="parentRect" presStyleLbl="alignNode1" presStyleIdx="0" presStyleCnt="3"/>
      <dgm:spPr/>
    </dgm:pt>
    <dgm:pt modelId="{31C96DB0-651A-4D96-B8EB-0C930DF3AF1A}" type="pres">
      <dgm:prSet presAssocID="{F4BE96FB-3A3C-4DC8-AE63-52DEE770275A}" presName="adorn" presStyleLbl="fgAccFollowNod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Checkmark with solid fill"/>
        </a:ext>
      </dgm:extLst>
    </dgm:pt>
    <dgm:pt modelId="{D9F5EE10-ADD7-4443-90C8-760016C8F371}" type="pres">
      <dgm:prSet presAssocID="{30CF7097-0C32-44E3-973C-79A85250006C}" presName="sibTrans" presStyleLbl="sibTrans2D1" presStyleIdx="0" presStyleCnt="0"/>
      <dgm:spPr/>
    </dgm:pt>
    <dgm:pt modelId="{84A16124-B089-4DE2-9262-9DCA03CB5F7C}" type="pres">
      <dgm:prSet presAssocID="{6AE308EC-F4D2-4FC8-9144-ABE673E6733F}" presName="compNode" presStyleCnt="0"/>
      <dgm:spPr/>
    </dgm:pt>
    <dgm:pt modelId="{2E68B11A-3D9E-471F-B173-1114CD6789E9}" type="pres">
      <dgm:prSet presAssocID="{6AE308EC-F4D2-4FC8-9144-ABE673E6733F}" presName="childRect" presStyleLbl="bgAcc1" presStyleIdx="1" presStyleCnt="3">
        <dgm:presLayoutVars>
          <dgm:bulletEnabled val="1"/>
        </dgm:presLayoutVars>
      </dgm:prSet>
      <dgm:spPr/>
    </dgm:pt>
    <dgm:pt modelId="{FFAB2B5F-EF0A-42FC-B8D5-D7F586BC1BF4}" type="pres">
      <dgm:prSet presAssocID="{6AE308EC-F4D2-4FC8-9144-ABE673E6733F}" presName="parentText" presStyleLbl="node1" presStyleIdx="0" presStyleCnt="0">
        <dgm:presLayoutVars>
          <dgm:chMax val="0"/>
          <dgm:bulletEnabled val="1"/>
        </dgm:presLayoutVars>
      </dgm:prSet>
      <dgm:spPr/>
    </dgm:pt>
    <dgm:pt modelId="{EF3B21DC-F17C-4E8D-AA36-17E0BC9088EB}" type="pres">
      <dgm:prSet presAssocID="{6AE308EC-F4D2-4FC8-9144-ABE673E6733F}" presName="parentRect" presStyleLbl="alignNode1" presStyleIdx="1" presStyleCnt="3"/>
      <dgm:spPr/>
    </dgm:pt>
    <dgm:pt modelId="{1D068B7C-6301-487E-9C8E-220A8841D6D1}" type="pres">
      <dgm:prSet presAssocID="{6AE308EC-F4D2-4FC8-9144-ABE673E6733F}" presName="adorn" presStyleLbl="fgAccFollowNode1" presStyleIdx="1" presStyleCnt="3"/>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Lock with solid fill"/>
        </a:ext>
      </dgm:extLst>
    </dgm:pt>
    <dgm:pt modelId="{7439729B-12E4-4E67-8727-E09BCAF881BA}" type="pres">
      <dgm:prSet presAssocID="{67A974DC-BC57-4CB3-833B-7C19835A95B2}" presName="sibTrans" presStyleLbl="sibTrans2D1" presStyleIdx="0" presStyleCnt="0"/>
      <dgm:spPr/>
    </dgm:pt>
    <dgm:pt modelId="{4A6ADC95-B7F4-4931-A09D-F4E432428C63}" type="pres">
      <dgm:prSet presAssocID="{AD18EC7D-7463-48F4-90FE-C8288B69AB91}" presName="compNode" presStyleCnt="0"/>
      <dgm:spPr/>
    </dgm:pt>
    <dgm:pt modelId="{1163D9D2-0825-4C12-9FF7-77090CEF6991}" type="pres">
      <dgm:prSet presAssocID="{AD18EC7D-7463-48F4-90FE-C8288B69AB91}" presName="childRect" presStyleLbl="bgAcc1" presStyleIdx="2" presStyleCnt="3">
        <dgm:presLayoutVars>
          <dgm:bulletEnabled val="1"/>
        </dgm:presLayoutVars>
      </dgm:prSet>
      <dgm:spPr/>
    </dgm:pt>
    <dgm:pt modelId="{6455579D-794D-45EC-9274-5F661F0B52DF}" type="pres">
      <dgm:prSet presAssocID="{AD18EC7D-7463-48F4-90FE-C8288B69AB91}" presName="parentText" presStyleLbl="node1" presStyleIdx="0" presStyleCnt="0">
        <dgm:presLayoutVars>
          <dgm:chMax val="0"/>
          <dgm:bulletEnabled val="1"/>
        </dgm:presLayoutVars>
      </dgm:prSet>
      <dgm:spPr/>
    </dgm:pt>
    <dgm:pt modelId="{975B283D-D0E8-40D1-8128-D262FA270C68}" type="pres">
      <dgm:prSet presAssocID="{AD18EC7D-7463-48F4-90FE-C8288B69AB91}" presName="parentRect" presStyleLbl="alignNode1" presStyleIdx="2" presStyleCnt="3"/>
      <dgm:spPr/>
    </dgm:pt>
    <dgm:pt modelId="{437B9EE7-0761-4A7F-831E-E87194CED778}" type="pres">
      <dgm:prSet presAssocID="{AD18EC7D-7463-48F4-90FE-C8288B69AB91}" presName="adorn" presStyleLbl="fgAccFollowNode1" presStyleIdx="2" presStyleCnt="3"/>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Upward trend with solid fill"/>
        </a:ext>
      </dgm:extLst>
    </dgm:pt>
  </dgm:ptLst>
  <dgm:cxnLst>
    <dgm:cxn modelId="{73AA9D07-A5D3-4D98-A878-4ADC1661768F}" type="presOf" srcId="{F4BE96FB-3A3C-4DC8-AE63-52DEE770275A}" destId="{DA3F2A58-184E-4A71-8598-F780E58847BF}" srcOrd="1" destOrd="0" presId="urn:microsoft.com/office/officeart/2005/8/layout/bList2"/>
    <dgm:cxn modelId="{006F3F14-15BD-482E-8029-3E763C7820CB}" type="presOf" srcId="{C3247D68-DF43-4818-A867-23222BB94E22}" destId="{2E68B11A-3D9E-471F-B173-1114CD6789E9}" srcOrd="0" destOrd="0" presId="urn:microsoft.com/office/officeart/2005/8/layout/bList2"/>
    <dgm:cxn modelId="{F0093915-8D2E-45F7-99F8-CD10B3092CEA}" type="presOf" srcId="{6AE308EC-F4D2-4FC8-9144-ABE673E6733F}" destId="{EF3B21DC-F17C-4E8D-AA36-17E0BC9088EB}" srcOrd="1" destOrd="0" presId="urn:microsoft.com/office/officeart/2005/8/layout/bList2"/>
    <dgm:cxn modelId="{86B8EA1B-D0ED-484C-A688-6B4B386FFF85}" type="presOf" srcId="{30CF7097-0C32-44E3-973C-79A85250006C}" destId="{D9F5EE10-ADD7-4443-90C8-760016C8F371}" srcOrd="0" destOrd="0" presId="urn:microsoft.com/office/officeart/2005/8/layout/bList2"/>
    <dgm:cxn modelId="{82B2D431-AC73-4FAF-96BD-71B0C8EF7D88}" srcId="{AD18EC7D-7463-48F4-90FE-C8288B69AB91}" destId="{AD2C470C-6363-4160-B96B-7DBACB92C830}" srcOrd="0" destOrd="0" parTransId="{1BD60832-8D98-49A9-998A-E72B8CEFBCC6}" sibTransId="{FDF3FEDB-934A-49F6-8713-E3F4BBF47E71}"/>
    <dgm:cxn modelId="{9E53E063-9AB1-4D08-92C8-73DC8AA17425}" type="presOf" srcId="{AD2C470C-6363-4160-B96B-7DBACB92C830}" destId="{1163D9D2-0825-4C12-9FF7-77090CEF6991}" srcOrd="0" destOrd="0" presId="urn:microsoft.com/office/officeart/2005/8/layout/bList2"/>
    <dgm:cxn modelId="{0E3D1244-315D-448B-9C77-D2F89411FE7B}" type="presOf" srcId="{AD18EC7D-7463-48F4-90FE-C8288B69AB91}" destId="{975B283D-D0E8-40D1-8128-D262FA270C68}" srcOrd="1" destOrd="0" presId="urn:microsoft.com/office/officeart/2005/8/layout/bList2"/>
    <dgm:cxn modelId="{1261C94A-F578-40B8-ADC9-08CCE34CA8D5}" srcId="{7F1967DA-88F9-491B-86B9-156494BF14CA}" destId="{AD18EC7D-7463-48F4-90FE-C8288B69AB91}" srcOrd="2" destOrd="0" parTransId="{D33C2D6D-5910-4852-A21E-F1A005E0D97A}" sibTransId="{E0691838-E46F-4B79-8E4A-A944B44AB091}"/>
    <dgm:cxn modelId="{238B1259-B556-400C-929E-CB3860C5889B}" srcId="{F4BE96FB-3A3C-4DC8-AE63-52DEE770275A}" destId="{A442149F-1563-4795-B690-81418EB19A32}" srcOrd="0" destOrd="0" parTransId="{3044E154-4DF9-4E54-A160-E967E21EBC8D}" sibTransId="{10A8432F-76B8-4D8F-A1ED-18EF7C16BFED}"/>
    <dgm:cxn modelId="{5A12758C-428C-4E7D-8F84-4D00EE3CE38A}" type="presOf" srcId="{6AE308EC-F4D2-4FC8-9144-ABE673E6733F}" destId="{FFAB2B5F-EF0A-42FC-B8D5-D7F586BC1BF4}" srcOrd="0" destOrd="0" presId="urn:microsoft.com/office/officeart/2005/8/layout/bList2"/>
    <dgm:cxn modelId="{5C4E519B-55FA-4876-B891-A0E5473CFE79}" type="presOf" srcId="{67A974DC-BC57-4CB3-833B-7C19835A95B2}" destId="{7439729B-12E4-4E67-8727-E09BCAF881BA}" srcOrd="0" destOrd="0" presId="urn:microsoft.com/office/officeart/2005/8/layout/bList2"/>
    <dgm:cxn modelId="{D1B5A8A8-177B-4347-BAB7-8816F262A42D}" type="presOf" srcId="{F4BE96FB-3A3C-4DC8-AE63-52DEE770275A}" destId="{17C0F3EC-5E38-467A-B34D-FBA3A7AA0C67}" srcOrd="0" destOrd="0" presId="urn:microsoft.com/office/officeart/2005/8/layout/bList2"/>
    <dgm:cxn modelId="{CF7716D2-6515-43C3-9880-2973B22303BB}" srcId="{7F1967DA-88F9-491B-86B9-156494BF14CA}" destId="{F4BE96FB-3A3C-4DC8-AE63-52DEE770275A}" srcOrd="0" destOrd="0" parTransId="{D76010AE-71C1-49BB-86CE-18451C43B577}" sibTransId="{30CF7097-0C32-44E3-973C-79A85250006C}"/>
    <dgm:cxn modelId="{571CD7DF-62DA-47D1-A483-64D9BA42C30E}" type="presOf" srcId="{AD18EC7D-7463-48F4-90FE-C8288B69AB91}" destId="{6455579D-794D-45EC-9274-5F661F0B52DF}" srcOrd="0" destOrd="0" presId="urn:microsoft.com/office/officeart/2005/8/layout/bList2"/>
    <dgm:cxn modelId="{780DC2E3-3F67-44B5-91A4-D7E1E866CB53}" type="presOf" srcId="{A442149F-1563-4795-B690-81418EB19A32}" destId="{6F8502EB-7119-4122-A156-907DE11CF675}" srcOrd="0" destOrd="0" presId="urn:microsoft.com/office/officeart/2005/8/layout/bList2"/>
    <dgm:cxn modelId="{33091CE8-F29E-4E51-B092-41F0B09BDA7E}" type="presOf" srcId="{7F1967DA-88F9-491B-86B9-156494BF14CA}" destId="{4225C31B-783C-4627-9275-F839EDF6A7F6}" srcOrd="0" destOrd="0" presId="urn:microsoft.com/office/officeart/2005/8/layout/bList2"/>
    <dgm:cxn modelId="{5905FBE9-EBBC-44B2-A940-2895CAA6C27B}" srcId="{6AE308EC-F4D2-4FC8-9144-ABE673E6733F}" destId="{C3247D68-DF43-4818-A867-23222BB94E22}" srcOrd="0" destOrd="0" parTransId="{BE2F89C1-6D1F-4087-AD21-402517B62D8B}" sibTransId="{C26A30F6-BB0E-45AD-B206-CDDA8BA5F0A0}"/>
    <dgm:cxn modelId="{FE3B6FFA-056D-4DA0-857C-F60C7FE07107}" srcId="{7F1967DA-88F9-491B-86B9-156494BF14CA}" destId="{6AE308EC-F4D2-4FC8-9144-ABE673E6733F}" srcOrd="1" destOrd="0" parTransId="{31826176-7F6F-4116-8122-0447072B209B}" sibTransId="{67A974DC-BC57-4CB3-833B-7C19835A95B2}"/>
    <dgm:cxn modelId="{D0960CAC-DF23-4591-B81C-62DF89684545}" type="presParOf" srcId="{4225C31B-783C-4627-9275-F839EDF6A7F6}" destId="{9794E039-6027-407F-B34F-78C7D524113D}" srcOrd="0" destOrd="0" presId="urn:microsoft.com/office/officeart/2005/8/layout/bList2"/>
    <dgm:cxn modelId="{A87D3C43-0854-46B6-A2C9-06C3DCC204A5}" type="presParOf" srcId="{9794E039-6027-407F-B34F-78C7D524113D}" destId="{6F8502EB-7119-4122-A156-907DE11CF675}" srcOrd="0" destOrd="0" presId="urn:microsoft.com/office/officeart/2005/8/layout/bList2"/>
    <dgm:cxn modelId="{FA121E96-AA66-400A-AA83-D09940B39FFF}" type="presParOf" srcId="{9794E039-6027-407F-B34F-78C7D524113D}" destId="{17C0F3EC-5E38-467A-B34D-FBA3A7AA0C67}" srcOrd="1" destOrd="0" presId="urn:microsoft.com/office/officeart/2005/8/layout/bList2"/>
    <dgm:cxn modelId="{F6BA44FE-376E-485F-81A1-1524719CE57C}" type="presParOf" srcId="{9794E039-6027-407F-B34F-78C7D524113D}" destId="{DA3F2A58-184E-4A71-8598-F780E58847BF}" srcOrd="2" destOrd="0" presId="urn:microsoft.com/office/officeart/2005/8/layout/bList2"/>
    <dgm:cxn modelId="{98394959-8416-42FF-895C-AC0663230FB1}" type="presParOf" srcId="{9794E039-6027-407F-B34F-78C7D524113D}" destId="{31C96DB0-651A-4D96-B8EB-0C930DF3AF1A}" srcOrd="3" destOrd="0" presId="urn:microsoft.com/office/officeart/2005/8/layout/bList2"/>
    <dgm:cxn modelId="{8361492B-0E9E-4EF6-8CE6-5EA6E09E0F75}" type="presParOf" srcId="{4225C31B-783C-4627-9275-F839EDF6A7F6}" destId="{D9F5EE10-ADD7-4443-90C8-760016C8F371}" srcOrd="1" destOrd="0" presId="urn:microsoft.com/office/officeart/2005/8/layout/bList2"/>
    <dgm:cxn modelId="{4265DF04-7015-4A08-8ADE-186AD3207F06}" type="presParOf" srcId="{4225C31B-783C-4627-9275-F839EDF6A7F6}" destId="{84A16124-B089-4DE2-9262-9DCA03CB5F7C}" srcOrd="2" destOrd="0" presId="urn:microsoft.com/office/officeart/2005/8/layout/bList2"/>
    <dgm:cxn modelId="{51A5CB78-26BA-4BC1-B608-023F77CE6F9F}" type="presParOf" srcId="{84A16124-B089-4DE2-9262-9DCA03CB5F7C}" destId="{2E68B11A-3D9E-471F-B173-1114CD6789E9}" srcOrd="0" destOrd="0" presId="urn:microsoft.com/office/officeart/2005/8/layout/bList2"/>
    <dgm:cxn modelId="{00498F3B-F9FF-400C-A35C-C66231BA0467}" type="presParOf" srcId="{84A16124-B089-4DE2-9262-9DCA03CB5F7C}" destId="{FFAB2B5F-EF0A-42FC-B8D5-D7F586BC1BF4}" srcOrd="1" destOrd="0" presId="urn:microsoft.com/office/officeart/2005/8/layout/bList2"/>
    <dgm:cxn modelId="{8551A55D-BB54-4C26-AA2C-4BAB1B05106F}" type="presParOf" srcId="{84A16124-B089-4DE2-9262-9DCA03CB5F7C}" destId="{EF3B21DC-F17C-4E8D-AA36-17E0BC9088EB}" srcOrd="2" destOrd="0" presId="urn:microsoft.com/office/officeart/2005/8/layout/bList2"/>
    <dgm:cxn modelId="{28E53335-EC67-4BC0-8643-715A4084AD67}" type="presParOf" srcId="{84A16124-B089-4DE2-9262-9DCA03CB5F7C}" destId="{1D068B7C-6301-487E-9C8E-220A8841D6D1}" srcOrd="3" destOrd="0" presId="urn:microsoft.com/office/officeart/2005/8/layout/bList2"/>
    <dgm:cxn modelId="{41E55FA7-24FD-47AB-918C-7DA2A0AC364E}" type="presParOf" srcId="{4225C31B-783C-4627-9275-F839EDF6A7F6}" destId="{7439729B-12E4-4E67-8727-E09BCAF881BA}" srcOrd="3" destOrd="0" presId="urn:microsoft.com/office/officeart/2005/8/layout/bList2"/>
    <dgm:cxn modelId="{AE4871EE-7838-439A-9C26-AF9A8EE4D8DE}" type="presParOf" srcId="{4225C31B-783C-4627-9275-F839EDF6A7F6}" destId="{4A6ADC95-B7F4-4931-A09D-F4E432428C63}" srcOrd="4" destOrd="0" presId="urn:microsoft.com/office/officeart/2005/8/layout/bList2"/>
    <dgm:cxn modelId="{B124B2FF-DC84-4CF8-B712-F78CE9D9B787}" type="presParOf" srcId="{4A6ADC95-B7F4-4931-A09D-F4E432428C63}" destId="{1163D9D2-0825-4C12-9FF7-77090CEF6991}" srcOrd="0" destOrd="0" presId="urn:microsoft.com/office/officeart/2005/8/layout/bList2"/>
    <dgm:cxn modelId="{E8A4699E-2248-4DD0-B054-62E6D2FC5164}" type="presParOf" srcId="{4A6ADC95-B7F4-4931-A09D-F4E432428C63}" destId="{6455579D-794D-45EC-9274-5F661F0B52DF}" srcOrd="1" destOrd="0" presId="urn:microsoft.com/office/officeart/2005/8/layout/bList2"/>
    <dgm:cxn modelId="{971D3F58-0783-4BC2-82BF-32C73BDD1ADC}" type="presParOf" srcId="{4A6ADC95-B7F4-4931-A09D-F4E432428C63}" destId="{975B283D-D0E8-40D1-8128-D262FA270C68}" srcOrd="2" destOrd="0" presId="urn:microsoft.com/office/officeart/2005/8/layout/bList2"/>
    <dgm:cxn modelId="{44A17F93-E66B-4950-9A25-5A4909DB5D64}" type="presParOf" srcId="{4A6ADC95-B7F4-4931-A09D-F4E432428C63}" destId="{437B9EE7-0761-4A7F-831E-E87194CED778}" srcOrd="3" destOrd="0" presId="urn:microsoft.com/office/officeart/2005/8/layout/b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F65E19-8F72-4E3D-BCC9-868FE3CBCD07}">
      <dsp:nvSpPr>
        <dsp:cNvPr id="0" name=""/>
        <dsp:cNvSpPr/>
      </dsp:nvSpPr>
      <dsp:spPr>
        <a:xfrm>
          <a:off x="-4366354" y="-669748"/>
          <a:ext cx="5201990" cy="5201990"/>
        </a:xfrm>
        <a:prstGeom prst="blockArc">
          <a:avLst>
            <a:gd name="adj1" fmla="val 18900000"/>
            <a:gd name="adj2" fmla="val 2700000"/>
            <a:gd name="adj3" fmla="val 415"/>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9F73BBD-8B43-4453-96E3-CF0649421473}">
      <dsp:nvSpPr>
        <dsp:cNvPr id="0" name=""/>
        <dsp:cNvSpPr/>
      </dsp:nvSpPr>
      <dsp:spPr>
        <a:xfrm>
          <a:off x="537412" y="386249"/>
          <a:ext cx="8900023" cy="77249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13171" tIns="48260" rIns="48260" bIns="48260" numCol="1" spcCol="1270" anchor="ctr" anchorCtr="0">
          <a:noAutofit/>
        </a:bodyPr>
        <a:lstStyle/>
        <a:p>
          <a:pPr marL="0" lvl="0" indent="0" algn="l" defTabSz="844550">
            <a:lnSpc>
              <a:spcPct val="90000"/>
            </a:lnSpc>
            <a:spcBef>
              <a:spcPct val="0"/>
            </a:spcBef>
            <a:spcAft>
              <a:spcPct val="35000"/>
            </a:spcAft>
            <a:buNone/>
          </a:pPr>
          <a:r>
            <a:rPr lang="en-IN" sz="1900" b="1" kern="1200" dirty="0"/>
            <a:t>Data Cleaning</a:t>
          </a:r>
        </a:p>
        <a:p>
          <a:pPr marL="0" lvl="0" indent="0" algn="l" defTabSz="844550">
            <a:lnSpc>
              <a:spcPct val="90000"/>
            </a:lnSpc>
            <a:spcBef>
              <a:spcPct val="0"/>
            </a:spcBef>
            <a:spcAft>
              <a:spcPct val="35000"/>
            </a:spcAft>
            <a:buNone/>
          </a:pPr>
          <a:r>
            <a:rPr lang="en-US" sz="1900" kern="1200" dirty="0"/>
            <a:t>Handled missing values and removed duplicate rows to ensure data integrity</a:t>
          </a:r>
          <a:endParaRPr lang="en-IN" sz="1900" kern="1200" dirty="0"/>
        </a:p>
      </dsp:txBody>
      <dsp:txXfrm>
        <a:off x="537412" y="386249"/>
        <a:ext cx="8900023" cy="772498"/>
      </dsp:txXfrm>
    </dsp:sp>
    <dsp:sp modelId="{18B40F57-2122-4AB8-8637-95331CBC4EA1}">
      <dsp:nvSpPr>
        <dsp:cNvPr id="0" name=""/>
        <dsp:cNvSpPr/>
      </dsp:nvSpPr>
      <dsp:spPr>
        <a:xfrm>
          <a:off x="54600" y="289686"/>
          <a:ext cx="965623" cy="965623"/>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FEDE9C4-6932-4179-A47C-198D4E2574F8}">
      <dsp:nvSpPr>
        <dsp:cNvPr id="0" name=""/>
        <dsp:cNvSpPr/>
      </dsp:nvSpPr>
      <dsp:spPr>
        <a:xfrm>
          <a:off x="818215" y="1544997"/>
          <a:ext cx="8619220" cy="77249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13171" tIns="48260" rIns="48260" bIns="48260" numCol="1" spcCol="1270" anchor="ctr" anchorCtr="0">
          <a:noAutofit/>
        </a:bodyPr>
        <a:lstStyle/>
        <a:p>
          <a:pPr marL="0" lvl="0" indent="0" algn="l" defTabSz="844550">
            <a:lnSpc>
              <a:spcPct val="90000"/>
            </a:lnSpc>
            <a:spcBef>
              <a:spcPct val="0"/>
            </a:spcBef>
            <a:spcAft>
              <a:spcPct val="35000"/>
            </a:spcAft>
            <a:buNone/>
          </a:pPr>
          <a:r>
            <a:rPr lang="en-IN" sz="1900" b="1" kern="1200" dirty="0"/>
            <a:t>Feature Engineering</a:t>
          </a:r>
        </a:p>
        <a:p>
          <a:pPr marL="0" lvl="0" indent="0" algn="l" defTabSz="844550">
            <a:lnSpc>
              <a:spcPct val="90000"/>
            </a:lnSpc>
            <a:spcBef>
              <a:spcPct val="0"/>
            </a:spcBef>
            <a:spcAft>
              <a:spcPct val="35000"/>
            </a:spcAft>
            <a:buNone/>
          </a:pPr>
          <a:r>
            <a:rPr lang="en-US" sz="1900" kern="1200" dirty="0"/>
            <a:t>Converted categorical variables and created BMI ranges for better risk grouping</a:t>
          </a:r>
          <a:endParaRPr lang="en-IN" sz="1900" kern="1200" dirty="0"/>
        </a:p>
      </dsp:txBody>
      <dsp:txXfrm>
        <a:off x="818215" y="1544997"/>
        <a:ext cx="8619220" cy="772498"/>
      </dsp:txXfrm>
    </dsp:sp>
    <dsp:sp modelId="{4A449931-FEFE-4C77-8471-A9EE14A75B5A}">
      <dsp:nvSpPr>
        <dsp:cNvPr id="0" name=""/>
        <dsp:cNvSpPr/>
      </dsp:nvSpPr>
      <dsp:spPr>
        <a:xfrm>
          <a:off x="335404" y="1448434"/>
          <a:ext cx="965623" cy="965623"/>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9B14390-1747-499E-9ADD-5A07CDE7D3CE}">
      <dsp:nvSpPr>
        <dsp:cNvPr id="0" name=""/>
        <dsp:cNvSpPr/>
      </dsp:nvSpPr>
      <dsp:spPr>
        <a:xfrm>
          <a:off x="537412" y="2703745"/>
          <a:ext cx="8900023" cy="77249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13171" tIns="48260" rIns="48260" bIns="48260" numCol="1" spcCol="1270" anchor="ctr" anchorCtr="0">
          <a:noAutofit/>
        </a:bodyPr>
        <a:lstStyle/>
        <a:p>
          <a:pPr marL="0" lvl="0" indent="0" algn="l" defTabSz="844550">
            <a:lnSpc>
              <a:spcPct val="90000"/>
            </a:lnSpc>
            <a:spcBef>
              <a:spcPct val="0"/>
            </a:spcBef>
            <a:spcAft>
              <a:spcPct val="35000"/>
            </a:spcAft>
            <a:buNone/>
          </a:pPr>
          <a:r>
            <a:rPr lang="en-IN" sz="1900" b="1" kern="1200" dirty="0"/>
            <a:t>Normalization</a:t>
          </a:r>
        </a:p>
        <a:p>
          <a:pPr marL="0" lvl="0" indent="0" algn="l" defTabSz="844550">
            <a:lnSpc>
              <a:spcPct val="90000"/>
            </a:lnSpc>
            <a:spcBef>
              <a:spcPct val="0"/>
            </a:spcBef>
            <a:spcAft>
              <a:spcPct val="35000"/>
            </a:spcAft>
            <a:buNone/>
          </a:pPr>
          <a:r>
            <a:rPr lang="en-US" sz="1900" kern="1200" dirty="0"/>
            <a:t>Scaled numerical values and removed outliers for optimal model performance</a:t>
          </a:r>
          <a:endParaRPr lang="en-IN" sz="1900" kern="1200" dirty="0"/>
        </a:p>
      </dsp:txBody>
      <dsp:txXfrm>
        <a:off x="537412" y="2703745"/>
        <a:ext cx="8900023" cy="772498"/>
      </dsp:txXfrm>
    </dsp:sp>
    <dsp:sp modelId="{EA13CE3D-8654-4FF0-ADE5-D2D767D7915D}">
      <dsp:nvSpPr>
        <dsp:cNvPr id="0" name=""/>
        <dsp:cNvSpPr/>
      </dsp:nvSpPr>
      <dsp:spPr>
        <a:xfrm>
          <a:off x="54600" y="2607182"/>
          <a:ext cx="965623" cy="965623"/>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186FB2-D259-47E1-A24E-22B9D78641D2}">
      <dsp:nvSpPr>
        <dsp:cNvPr id="0" name=""/>
        <dsp:cNvSpPr/>
      </dsp:nvSpPr>
      <dsp:spPr>
        <a:xfrm rot="5400000">
          <a:off x="571982" y="1645570"/>
          <a:ext cx="1721548" cy="2864618"/>
        </a:xfrm>
        <a:prstGeom prst="corner">
          <a:avLst>
            <a:gd name="adj1" fmla="val 16120"/>
            <a:gd name="adj2" fmla="val 161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EBE55EC-818E-4B6F-B2F2-56DE9243F660}">
      <dsp:nvSpPr>
        <dsp:cNvPr id="0" name=""/>
        <dsp:cNvSpPr/>
      </dsp:nvSpPr>
      <dsp:spPr>
        <a:xfrm>
          <a:off x="284613" y="2501474"/>
          <a:ext cx="2586193" cy="22669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IN" sz="2400" b="1" kern="1200" dirty="0">
              <a:solidFill>
                <a:schemeClr val="bg1"/>
              </a:solidFill>
            </a:rPr>
            <a:t>Performance Evaluation</a:t>
          </a:r>
        </a:p>
        <a:p>
          <a:pPr marL="0" lvl="0" indent="0" algn="l" defTabSz="1066800">
            <a:lnSpc>
              <a:spcPct val="90000"/>
            </a:lnSpc>
            <a:spcBef>
              <a:spcPct val="0"/>
            </a:spcBef>
            <a:spcAft>
              <a:spcPct val="35000"/>
            </a:spcAft>
            <a:buNone/>
          </a:pPr>
          <a:r>
            <a:rPr lang="fr-FR" sz="2000" kern="1200" dirty="0" err="1">
              <a:solidFill>
                <a:schemeClr val="bg1"/>
              </a:solidFill>
            </a:rPr>
            <a:t>Accuracy</a:t>
          </a:r>
          <a:r>
            <a:rPr lang="fr-FR" sz="2000" kern="1200" dirty="0">
              <a:solidFill>
                <a:schemeClr val="bg1"/>
              </a:solidFill>
            </a:rPr>
            <a:t>, Confusion Matrix, ROC/AUC </a:t>
          </a:r>
          <a:r>
            <a:rPr lang="fr-FR" sz="2000" kern="1200" dirty="0" err="1">
              <a:solidFill>
                <a:schemeClr val="bg1"/>
              </a:solidFill>
            </a:rPr>
            <a:t>analysis</a:t>
          </a:r>
          <a:endParaRPr lang="en-IN" sz="2000" kern="1200" dirty="0">
            <a:solidFill>
              <a:schemeClr val="bg1"/>
            </a:solidFill>
          </a:endParaRPr>
        </a:p>
      </dsp:txBody>
      <dsp:txXfrm>
        <a:off x="284613" y="2501474"/>
        <a:ext cx="2586193" cy="2266950"/>
      </dsp:txXfrm>
    </dsp:sp>
    <dsp:sp modelId="{BFAB11C8-5B32-49B9-88C9-2AC6E1555768}">
      <dsp:nvSpPr>
        <dsp:cNvPr id="0" name=""/>
        <dsp:cNvSpPr/>
      </dsp:nvSpPr>
      <dsp:spPr>
        <a:xfrm>
          <a:off x="2382846" y="1434674"/>
          <a:ext cx="487961" cy="487961"/>
        </a:xfrm>
        <a:prstGeom prst="triangle">
          <a:avLst>
            <a:gd name="adj" fmla="val 10000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5B40D7C-42B4-4B34-9F99-936B00046E05}">
      <dsp:nvSpPr>
        <dsp:cNvPr id="0" name=""/>
        <dsp:cNvSpPr/>
      </dsp:nvSpPr>
      <dsp:spPr>
        <a:xfrm rot="5400000">
          <a:off x="3737988" y="862139"/>
          <a:ext cx="1721548" cy="2864618"/>
        </a:xfrm>
        <a:prstGeom prst="corner">
          <a:avLst>
            <a:gd name="adj1" fmla="val 16120"/>
            <a:gd name="adj2" fmla="val 161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7B55E85-37A3-45D2-8D64-9C8E35DC96F4}">
      <dsp:nvSpPr>
        <dsp:cNvPr id="0" name=""/>
        <dsp:cNvSpPr/>
      </dsp:nvSpPr>
      <dsp:spPr>
        <a:xfrm>
          <a:off x="3450619" y="1718042"/>
          <a:ext cx="2586193" cy="22669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IN" sz="2400" b="1" kern="1200" dirty="0">
              <a:solidFill>
                <a:schemeClr val="bg1"/>
              </a:solidFill>
            </a:rPr>
            <a:t>Logistic Regression</a:t>
          </a:r>
        </a:p>
        <a:p>
          <a:pPr marL="0" lvl="0" indent="0" algn="l" defTabSz="1066800">
            <a:lnSpc>
              <a:spcPct val="90000"/>
            </a:lnSpc>
            <a:spcBef>
              <a:spcPct val="0"/>
            </a:spcBef>
            <a:spcAft>
              <a:spcPct val="35000"/>
            </a:spcAft>
            <a:buNone/>
          </a:pPr>
          <a:r>
            <a:rPr lang="en-IN" sz="2000" kern="1200" dirty="0">
              <a:solidFill>
                <a:schemeClr val="bg1"/>
              </a:solidFill>
            </a:rPr>
            <a:t>Simple, interpretable model for binary classification</a:t>
          </a:r>
        </a:p>
      </dsp:txBody>
      <dsp:txXfrm>
        <a:off x="3450619" y="1718042"/>
        <a:ext cx="2586193" cy="2266950"/>
      </dsp:txXfrm>
    </dsp:sp>
    <dsp:sp modelId="{7EA4F5B1-8656-4D70-BDA6-9CB11BB1DE77}">
      <dsp:nvSpPr>
        <dsp:cNvPr id="0" name=""/>
        <dsp:cNvSpPr/>
      </dsp:nvSpPr>
      <dsp:spPr>
        <a:xfrm>
          <a:off x="5548851" y="651242"/>
          <a:ext cx="487961" cy="487961"/>
        </a:xfrm>
        <a:prstGeom prst="triangle">
          <a:avLst>
            <a:gd name="adj" fmla="val 10000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0433B9D-921E-45C1-B4EE-72760AE265C1}">
      <dsp:nvSpPr>
        <dsp:cNvPr id="0" name=""/>
        <dsp:cNvSpPr/>
      </dsp:nvSpPr>
      <dsp:spPr>
        <a:xfrm rot="5400000">
          <a:off x="6903994" y="78707"/>
          <a:ext cx="1721548" cy="2864618"/>
        </a:xfrm>
        <a:prstGeom prst="corner">
          <a:avLst>
            <a:gd name="adj1" fmla="val 16120"/>
            <a:gd name="adj2" fmla="val 161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A508A04-A8B4-4F5A-BCC9-108A446313B9}">
      <dsp:nvSpPr>
        <dsp:cNvPr id="0" name=""/>
        <dsp:cNvSpPr/>
      </dsp:nvSpPr>
      <dsp:spPr>
        <a:xfrm>
          <a:off x="6616625" y="934611"/>
          <a:ext cx="2586193" cy="22669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IN" sz="2400" b="1" kern="1200" dirty="0">
              <a:solidFill>
                <a:schemeClr val="bg1"/>
              </a:solidFill>
            </a:rPr>
            <a:t>Data Split</a:t>
          </a:r>
        </a:p>
        <a:p>
          <a:pPr marL="0" lvl="0" indent="0" algn="l" defTabSz="1066800">
            <a:lnSpc>
              <a:spcPct val="90000"/>
            </a:lnSpc>
            <a:spcBef>
              <a:spcPct val="0"/>
            </a:spcBef>
            <a:spcAft>
              <a:spcPct val="35000"/>
            </a:spcAft>
            <a:buNone/>
          </a:pPr>
          <a:r>
            <a:rPr lang="en-IN" sz="2000" kern="1200" dirty="0">
              <a:solidFill>
                <a:schemeClr val="bg1"/>
              </a:solidFill>
            </a:rPr>
            <a:t>80% training data, 20% testing data for validation</a:t>
          </a:r>
        </a:p>
      </dsp:txBody>
      <dsp:txXfrm>
        <a:off x="6616625" y="934611"/>
        <a:ext cx="2586193" cy="226695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8502EB-7119-4122-A156-907DE11CF675}">
      <dsp:nvSpPr>
        <dsp:cNvPr id="0" name=""/>
        <dsp:cNvSpPr/>
      </dsp:nvSpPr>
      <dsp:spPr>
        <a:xfrm>
          <a:off x="5493" y="1348022"/>
          <a:ext cx="2372728" cy="1771191"/>
        </a:xfrm>
        <a:prstGeom prst="round2SameRect">
          <a:avLst>
            <a:gd name="adj1" fmla="val 8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400" tIns="76200" rIns="25400" bIns="25400" numCol="1" spcCol="1270" anchor="t" anchorCtr="0">
          <a:noAutofit/>
        </a:bodyPr>
        <a:lstStyle/>
        <a:p>
          <a:pPr marL="228600" lvl="1" indent="-228600" algn="l" defTabSz="889000">
            <a:lnSpc>
              <a:spcPct val="90000"/>
            </a:lnSpc>
            <a:spcBef>
              <a:spcPct val="0"/>
            </a:spcBef>
            <a:spcAft>
              <a:spcPct val="15000"/>
            </a:spcAft>
            <a:buNone/>
          </a:pPr>
          <a:r>
            <a:rPr lang="en-US" sz="2000" kern="1200" dirty="0"/>
            <a:t>    Machine learning model achieved good accuracy in predicting heart disease risk using health features</a:t>
          </a:r>
          <a:endParaRPr lang="en-IN" sz="2000" kern="1200" dirty="0"/>
        </a:p>
      </dsp:txBody>
      <dsp:txXfrm>
        <a:off x="46994" y="1389523"/>
        <a:ext cx="2289726" cy="1729690"/>
      </dsp:txXfrm>
    </dsp:sp>
    <dsp:sp modelId="{DA3F2A58-184E-4A71-8598-F780E58847BF}">
      <dsp:nvSpPr>
        <dsp:cNvPr id="0" name=""/>
        <dsp:cNvSpPr/>
      </dsp:nvSpPr>
      <dsp:spPr>
        <a:xfrm>
          <a:off x="5493" y="3119214"/>
          <a:ext cx="2372728" cy="76161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0" rIns="22860" bIns="0" numCol="1" spcCol="1270" anchor="ctr" anchorCtr="0">
          <a:noAutofit/>
        </a:bodyPr>
        <a:lstStyle/>
        <a:p>
          <a:pPr marL="0" lvl="0" indent="0" algn="l" defTabSz="800100">
            <a:lnSpc>
              <a:spcPct val="90000"/>
            </a:lnSpc>
            <a:spcBef>
              <a:spcPct val="0"/>
            </a:spcBef>
            <a:spcAft>
              <a:spcPct val="35000"/>
            </a:spcAft>
            <a:buNone/>
          </a:pPr>
          <a:r>
            <a:rPr lang="en-IN" sz="1800" b="1" kern="1200" dirty="0">
              <a:latin typeface="Cambria" panose="02040503050406030204" pitchFamily="18" charset="0"/>
              <a:ea typeface="Cambria" panose="02040503050406030204" pitchFamily="18" charset="0"/>
            </a:rPr>
            <a:t>Successful Prediction</a:t>
          </a:r>
          <a:endParaRPr lang="en-IN" sz="1800" kern="1200" dirty="0">
            <a:latin typeface="Cambria" panose="02040503050406030204" pitchFamily="18" charset="0"/>
            <a:ea typeface="Cambria" panose="02040503050406030204" pitchFamily="18" charset="0"/>
          </a:endParaRPr>
        </a:p>
      </dsp:txBody>
      <dsp:txXfrm>
        <a:off x="5493" y="3119214"/>
        <a:ext cx="1670935" cy="761612"/>
      </dsp:txXfrm>
    </dsp:sp>
    <dsp:sp modelId="{31C96DB0-651A-4D96-B8EB-0C930DF3AF1A}">
      <dsp:nvSpPr>
        <dsp:cNvPr id="0" name=""/>
        <dsp:cNvSpPr/>
      </dsp:nvSpPr>
      <dsp:spPr>
        <a:xfrm>
          <a:off x="1743549" y="3240189"/>
          <a:ext cx="830454" cy="830454"/>
        </a:xfrm>
        <a:prstGeom prst="ellipse">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E68B11A-3D9E-471F-B173-1114CD6789E9}">
      <dsp:nvSpPr>
        <dsp:cNvPr id="0" name=""/>
        <dsp:cNvSpPr/>
      </dsp:nvSpPr>
      <dsp:spPr>
        <a:xfrm>
          <a:off x="2779744" y="1348022"/>
          <a:ext cx="2372728" cy="1771191"/>
        </a:xfrm>
        <a:prstGeom prst="round2SameRect">
          <a:avLst>
            <a:gd name="adj1" fmla="val 8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400" tIns="76200" rIns="25400" bIns="25400" numCol="1" spcCol="1270" anchor="t" anchorCtr="0">
          <a:noAutofit/>
        </a:bodyPr>
        <a:lstStyle/>
        <a:p>
          <a:pPr marL="228600" lvl="1" indent="-228600" algn="l" defTabSz="889000">
            <a:lnSpc>
              <a:spcPct val="90000"/>
            </a:lnSpc>
            <a:spcBef>
              <a:spcPct val="0"/>
            </a:spcBef>
            <a:spcAft>
              <a:spcPct val="15000"/>
            </a:spcAft>
            <a:buNone/>
          </a:pPr>
          <a:r>
            <a:rPr lang="en-US" sz="2000" kern="1200" dirty="0"/>
            <a:t>    Age, BMI, and blood pressure emerged as the most influential predictors of cardiovascular risk</a:t>
          </a:r>
          <a:endParaRPr lang="en-IN" sz="2000" kern="1200" dirty="0"/>
        </a:p>
      </dsp:txBody>
      <dsp:txXfrm>
        <a:off x="2821245" y="1389523"/>
        <a:ext cx="2289726" cy="1729690"/>
      </dsp:txXfrm>
    </dsp:sp>
    <dsp:sp modelId="{EF3B21DC-F17C-4E8D-AA36-17E0BC9088EB}">
      <dsp:nvSpPr>
        <dsp:cNvPr id="0" name=""/>
        <dsp:cNvSpPr/>
      </dsp:nvSpPr>
      <dsp:spPr>
        <a:xfrm>
          <a:off x="2779744" y="3119214"/>
          <a:ext cx="2372728" cy="76161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0" rIns="22860" bIns="0" numCol="1" spcCol="1270" anchor="ctr" anchorCtr="0">
          <a:noAutofit/>
        </a:bodyPr>
        <a:lstStyle/>
        <a:p>
          <a:pPr marL="0" lvl="0" indent="0" algn="l" defTabSz="800100">
            <a:lnSpc>
              <a:spcPct val="90000"/>
            </a:lnSpc>
            <a:spcBef>
              <a:spcPct val="0"/>
            </a:spcBef>
            <a:spcAft>
              <a:spcPct val="35000"/>
            </a:spcAft>
            <a:buNone/>
          </a:pPr>
          <a:r>
            <a:rPr lang="en-IN" sz="1800" b="1" kern="1200" dirty="0">
              <a:latin typeface="Cambria" panose="02040503050406030204" pitchFamily="18" charset="0"/>
              <a:ea typeface="Cambria" panose="02040503050406030204" pitchFamily="18" charset="0"/>
            </a:rPr>
            <a:t>Key Risk Factors</a:t>
          </a:r>
          <a:endParaRPr lang="en-IN" sz="1800" kern="1200" dirty="0">
            <a:latin typeface="Cambria" panose="02040503050406030204" pitchFamily="18" charset="0"/>
            <a:ea typeface="Cambria" panose="02040503050406030204" pitchFamily="18" charset="0"/>
          </a:endParaRPr>
        </a:p>
      </dsp:txBody>
      <dsp:txXfrm>
        <a:off x="2779744" y="3119214"/>
        <a:ext cx="1670935" cy="761612"/>
      </dsp:txXfrm>
    </dsp:sp>
    <dsp:sp modelId="{1D068B7C-6301-487E-9C8E-220A8841D6D1}">
      <dsp:nvSpPr>
        <dsp:cNvPr id="0" name=""/>
        <dsp:cNvSpPr/>
      </dsp:nvSpPr>
      <dsp:spPr>
        <a:xfrm>
          <a:off x="4517800" y="3240189"/>
          <a:ext cx="830454" cy="830454"/>
        </a:xfrm>
        <a:prstGeom prst="ellipse">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163D9D2-0825-4C12-9FF7-77090CEF6991}">
      <dsp:nvSpPr>
        <dsp:cNvPr id="0" name=""/>
        <dsp:cNvSpPr/>
      </dsp:nvSpPr>
      <dsp:spPr>
        <a:xfrm>
          <a:off x="5553995" y="1348022"/>
          <a:ext cx="2372728" cy="1771191"/>
        </a:xfrm>
        <a:prstGeom prst="round2SameRect">
          <a:avLst>
            <a:gd name="adj1" fmla="val 8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400" tIns="76200" rIns="25400" bIns="25400" numCol="1" spcCol="1270" anchor="t" anchorCtr="0">
          <a:noAutofit/>
        </a:bodyPr>
        <a:lstStyle/>
        <a:p>
          <a:pPr marL="228600" lvl="1" indent="-228600" algn="l" defTabSz="889000">
            <a:lnSpc>
              <a:spcPct val="90000"/>
            </a:lnSpc>
            <a:spcBef>
              <a:spcPct val="0"/>
            </a:spcBef>
            <a:spcAft>
              <a:spcPct val="15000"/>
            </a:spcAft>
            <a:buNone/>
          </a:pPr>
          <a:r>
            <a:rPr lang="en-US" sz="2000" kern="1200" dirty="0"/>
            <a:t>    Enhanced accuracy possible with more data and advanced models for better clinical decision support </a:t>
          </a:r>
          <a:endParaRPr lang="en-IN" sz="2000" kern="1200" dirty="0"/>
        </a:p>
      </dsp:txBody>
      <dsp:txXfrm>
        <a:off x="5595496" y="1389523"/>
        <a:ext cx="2289726" cy="1729690"/>
      </dsp:txXfrm>
    </dsp:sp>
    <dsp:sp modelId="{975B283D-D0E8-40D1-8128-D262FA270C68}">
      <dsp:nvSpPr>
        <dsp:cNvPr id="0" name=""/>
        <dsp:cNvSpPr/>
      </dsp:nvSpPr>
      <dsp:spPr>
        <a:xfrm>
          <a:off x="5553995" y="3119214"/>
          <a:ext cx="2372728" cy="76161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0" rIns="22860" bIns="0" numCol="1" spcCol="1270" anchor="ctr" anchorCtr="0">
          <a:noAutofit/>
        </a:bodyPr>
        <a:lstStyle/>
        <a:p>
          <a:pPr marL="0" lvl="0" indent="0" algn="l" defTabSz="800100">
            <a:lnSpc>
              <a:spcPct val="90000"/>
            </a:lnSpc>
            <a:spcBef>
              <a:spcPct val="0"/>
            </a:spcBef>
            <a:spcAft>
              <a:spcPct val="35000"/>
            </a:spcAft>
            <a:buNone/>
          </a:pPr>
          <a:r>
            <a:rPr lang="en-IN" sz="1800" b="1" kern="1200" dirty="0">
              <a:latin typeface="Cambria" panose="02040503050406030204" pitchFamily="18" charset="0"/>
              <a:ea typeface="Cambria" panose="02040503050406030204" pitchFamily="18" charset="0"/>
            </a:rPr>
            <a:t>Future Improvements</a:t>
          </a:r>
          <a:endParaRPr lang="en-IN" sz="1800" kern="1200" dirty="0">
            <a:latin typeface="Cambria" panose="02040503050406030204" pitchFamily="18" charset="0"/>
            <a:ea typeface="Cambria" panose="02040503050406030204" pitchFamily="18" charset="0"/>
          </a:endParaRPr>
        </a:p>
      </dsp:txBody>
      <dsp:txXfrm>
        <a:off x="5553995" y="3119214"/>
        <a:ext cx="1670935" cy="761612"/>
      </dsp:txXfrm>
    </dsp:sp>
    <dsp:sp modelId="{437B9EE7-0761-4A7F-831E-E87194CED778}">
      <dsp:nvSpPr>
        <dsp:cNvPr id="0" name=""/>
        <dsp:cNvSpPr/>
      </dsp:nvSpPr>
      <dsp:spPr>
        <a:xfrm>
          <a:off x="7292051" y="3240189"/>
          <a:ext cx="830454" cy="830454"/>
        </a:xfrm>
        <a:prstGeom prst="ellipse">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2D7F4-F740-93F8-FF2D-B4A5BFFFD29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768883E-8475-EDC6-A236-DFE4CB45B58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0B35EB6-135E-E30A-685A-9026962FAEE7}"/>
              </a:ext>
            </a:extLst>
          </p:cNvPr>
          <p:cNvSpPr>
            <a:spLocks noGrp="1"/>
          </p:cNvSpPr>
          <p:nvPr>
            <p:ph type="dt" sz="half" idx="10"/>
          </p:nvPr>
        </p:nvSpPr>
        <p:spPr/>
        <p:txBody>
          <a:bodyPr/>
          <a:lstStyle/>
          <a:p>
            <a:fld id="{8E5F6515-8B43-4D1B-B7F9-9085B35C2D31}" type="datetimeFigureOut">
              <a:rPr lang="en-IN" smtClean="0"/>
              <a:t>15-11-2025</a:t>
            </a:fld>
            <a:endParaRPr lang="en-IN"/>
          </a:p>
        </p:txBody>
      </p:sp>
      <p:sp>
        <p:nvSpPr>
          <p:cNvPr id="5" name="Footer Placeholder 4">
            <a:extLst>
              <a:ext uri="{FF2B5EF4-FFF2-40B4-BE49-F238E27FC236}">
                <a16:creationId xmlns:a16="http://schemas.microsoft.com/office/drawing/2014/main" id="{7675CE32-3F00-2E31-F520-6A7268C140A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AE06421-4D09-84DA-53A2-287C883DBDE8}"/>
              </a:ext>
            </a:extLst>
          </p:cNvPr>
          <p:cNvSpPr>
            <a:spLocks noGrp="1"/>
          </p:cNvSpPr>
          <p:nvPr>
            <p:ph type="sldNum" sz="quarter" idx="12"/>
          </p:nvPr>
        </p:nvSpPr>
        <p:spPr/>
        <p:txBody>
          <a:bodyPr/>
          <a:lstStyle/>
          <a:p>
            <a:fld id="{C7AB4912-C4A3-4CED-B37B-E488A2D1C52F}" type="slidenum">
              <a:rPr lang="en-IN" smtClean="0"/>
              <a:t>‹#›</a:t>
            </a:fld>
            <a:endParaRPr lang="en-IN"/>
          </a:p>
        </p:txBody>
      </p:sp>
    </p:spTree>
    <p:extLst>
      <p:ext uri="{BB962C8B-B14F-4D97-AF65-F5344CB8AC3E}">
        <p14:creationId xmlns:p14="http://schemas.microsoft.com/office/powerpoint/2010/main" val="28778720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192E4-C5E0-D59D-786E-2DA624DDD40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F6CE460-FD72-D9A6-B985-56A15BD103E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489CB3D-B289-E4D1-6B82-1F94A1123605}"/>
              </a:ext>
            </a:extLst>
          </p:cNvPr>
          <p:cNvSpPr>
            <a:spLocks noGrp="1"/>
          </p:cNvSpPr>
          <p:nvPr>
            <p:ph type="dt" sz="half" idx="10"/>
          </p:nvPr>
        </p:nvSpPr>
        <p:spPr/>
        <p:txBody>
          <a:bodyPr/>
          <a:lstStyle/>
          <a:p>
            <a:fld id="{8E5F6515-8B43-4D1B-B7F9-9085B35C2D31}" type="datetimeFigureOut">
              <a:rPr lang="en-IN" smtClean="0"/>
              <a:t>15-11-2025</a:t>
            </a:fld>
            <a:endParaRPr lang="en-IN"/>
          </a:p>
        </p:txBody>
      </p:sp>
      <p:sp>
        <p:nvSpPr>
          <p:cNvPr id="5" name="Footer Placeholder 4">
            <a:extLst>
              <a:ext uri="{FF2B5EF4-FFF2-40B4-BE49-F238E27FC236}">
                <a16:creationId xmlns:a16="http://schemas.microsoft.com/office/drawing/2014/main" id="{BFFB9718-7B01-A56D-BBA3-6D03A8CCAB2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B3AF1F1-6658-8458-D907-365A76E7548A}"/>
              </a:ext>
            </a:extLst>
          </p:cNvPr>
          <p:cNvSpPr>
            <a:spLocks noGrp="1"/>
          </p:cNvSpPr>
          <p:nvPr>
            <p:ph type="sldNum" sz="quarter" idx="12"/>
          </p:nvPr>
        </p:nvSpPr>
        <p:spPr/>
        <p:txBody>
          <a:bodyPr/>
          <a:lstStyle/>
          <a:p>
            <a:fld id="{C7AB4912-C4A3-4CED-B37B-E488A2D1C52F}" type="slidenum">
              <a:rPr lang="en-IN" smtClean="0"/>
              <a:t>‹#›</a:t>
            </a:fld>
            <a:endParaRPr lang="en-IN"/>
          </a:p>
        </p:txBody>
      </p:sp>
    </p:spTree>
    <p:extLst>
      <p:ext uri="{BB962C8B-B14F-4D97-AF65-F5344CB8AC3E}">
        <p14:creationId xmlns:p14="http://schemas.microsoft.com/office/powerpoint/2010/main" val="20794856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19398-E1DB-527B-8951-8590415470B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C06AF04-7F65-7F28-33C1-4FB6EF27AEF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EA82F74-6B0F-6BDE-C3FC-8E2F28FF063F}"/>
              </a:ext>
            </a:extLst>
          </p:cNvPr>
          <p:cNvSpPr>
            <a:spLocks noGrp="1"/>
          </p:cNvSpPr>
          <p:nvPr>
            <p:ph type="dt" sz="half" idx="10"/>
          </p:nvPr>
        </p:nvSpPr>
        <p:spPr/>
        <p:txBody>
          <a:bodyPr/>
          <a:lstStyle/>
          <a:p>
            <a:fld id="{8E5F6515-8B43-4D1B-B7F9-9085B35C2D31}" type="datetimeFigureOut">
              <a:rPr lang="en-IN" smtClean="0"/>
              <a:t>15-11-2025</a:t>
            </a:fld>
            <a:endParaRPr lang="en-IN"/>
          </a:p>
        </p:txBody>
      </p:sp>
      <p:sp>
        <p:nvSpPr>
          <p:cNvPr id="5" name="Footer Placeholder 4">
            <a:extLst>
              <a:ext uri="{FF2B5EF4-FFF2-40B4-BE49-F238E27FC236}">
                <a16:creationId xmlns:a16="http://schemas.microsoft.com/office/drawing/2014/main" id="{BF89F31C-D864-1485-9806-3F7F14D00F5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240A083-D05A-3199-BE84-3E980ACD6E20}"/>
              </a:ext>
            </a:extLst>
          </p:cNvPr>
          <p:cNvSpPr>
            <a:spLocks noGrp="1"/>
          </p:cNvSpPr>
          <p:nvPr>
            <p:ph type="sldNum" sz="quarter" idx="12"/>
          </p:nvPr>
        </p:nvSpPr>
        <p:spPr/>
        <p:txBody>
          <a:bodyPr/>
          <a:lstStyle/>
          <a:p>
            <a:fld id="{C7AB4912-C4A3-4CED-B37B-E488A2D1C52F}" type="slidenum">
              <a:rPr lang="en-IN" smtClean="0"/>
              <a:t>‹#›</a:t>
            </a:fld>
            <a:endParaRPr lang="en-IN"/>
          </a:p>
        </p:txBody>
      </p:sp>
    </p:spTree>
    <p:extLst>
      <p:ext uri="{BB962C8B-B14F-4D97-AF65-F5344CB8AC3E}">
        <p14:creationId xmlns:p14="http://schemas.microsoft.com/office/powerpoint/2010/main" val="12419867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99CA5-C83B-83D8-6310-4289A62A3BC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58719F1-0969-5B96-EDEE-FCC209A6AA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E3C7963-5577-1E0D-BE1F-73BE4B76593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F002C8A-905B-B493-0892-0BC7E053B7C6}"/>
              </a:ext>
            </a:extLst>
          </p:cNvPr>
          <p:cNvSpPr>
            <a:spLocks noGrp="1"/>
          </p:cNvSpPr>
          <p:nvPr>
            <p:ph type="dt" sz="half" idx="10"/>
          </p:nvPr>
        </p:nvSpPr>
        <p:spPr/>
        <p:txBody>
          <a:bodyPr/>
          <a:lstStyle/>
          <a:p>
            <a:fld id="{8E5F6515-8B43-4D1B-B7F9-9085B35C2D31}" type="datetimeFigureOut">
              <a:rPr lang="en-IN" smtClean="0"/>
              <a:t>15-11-2025</a:t>
            </a:fld>
            <a:endParaRPr lang="en-IN"/>
          </a:p>
        </p:txBody>
      </p:sp>
      <p:sp>
        <p:nvSpPr>
          <p:cNvPr id="6" name="Footer Placeholder 5">
            <a:extLst>
              <a:ext uri="{FF2B5EF4-FFF2-40B4-BE49-F238E27FC236}">
                <a16:creationId xmlns:a16="http://schemas.microsoft.com/office/drawing/2014/main" id="{4E3FC17F-0343-8C89-4C6F-27EF2D28026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9B04CAE-95B5-B2D7-ECF9-C3CC57D0FDF1}"/>
              </a:ext>
            </a:extLst>
          </p:cNvPr>
          <p:cNvSpPr>
            <a:spLocks noGrp="1"/>
          </p:cNvSpPr>
          <p:nvPr>
            <p:ph type="sldNum" sz="quarter" idx="12"/>
          </p:nvPr>
        </p:nvSpPr>
        <p:spPr/>
        <p:txBody>
          <a:bodyPr/>
          <a:lstStyle/>
          <a:p>
            <a:fld id="{C7AB4912-C4A3-4CED-B37B-E488A2D1C52F}" type="slidenum">
              <a:rPr lang="en-IN" smtClean="0"/>
              <a:t>‹#›</a:t>
            </a:fld>
            <a:endParaRPr lang="en-IN"/>
          </a:p>
        </p:txBody>
      </p:sp>
    </p:spTree>
    <p:extLst>
      <p:ext uri="{BB962C8B-B14F-4D97-AF65-F5344CB8AC3E}">
        <p14:creationId xmlns:p14="http://schemas.microsoft.com/office/powerpoint/2010/main" val="22925008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80951-1C67-13C3-2895-13D389EBD07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07E476D-12B1-7727-78B9-D42554C5B49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9B73ED4-3608-9FFD-8831-F3CCE404B10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25D553C-EB9B-A1C0-03E1-05CA122C8A5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D75B9B3-4833-F9D3-C0FF-CDE5F3134B3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C966AF2-0EAC-14D0-14AF-283FAE0379EC}"/>
              </a:ext>
            </a:extLst>
          </p:cNvPr>
          <p:cNvSpPr>
            <a:spLocks noGrp="1"/>
          </p:cNvSpPr>
          <p:nvPr>
            <p:ph type="dt" sz="half" idx="10"/>
          </p:nvPr>
        </p:nvSpPr>
        <p:spPr/>
        <p:txBody>
          <a:bodyPr/>
          <a:lstStyle/>
          <a:p>
            <a:fld id="{8E5F6515-8B43-4D1B-B7F9-9085B35C2D31}" type="datetimeFigureOut">
              <a:rPr lang="en-IN" smtClean="0"/>
              <a:t>15-11-2025</a:t>
            </a:fld>
            <a:endParaRPr lang="en-IN"/>
          </a:p>
        </p:txBody>
      </p:sp>
      <p:sp>
        <p:nvSpPr>
          <p:cNvPr id="8" name="Footer Placeholder 7">
            <a:extLst>
              <a:ext uri="{FF2B5EF4-FFF2-40B4-BE49-F238E27FC236}">
                <a16:creationId xmlns:a16="http://schemas.microsoft.com/office/drawing/2014/main" id="{E38135BF-C9BD-69B0-FE47-356F2FBE822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D5D1546-6812-4908-4229-8FE7D4F9994F}"/>
              </a:ext>
            </a:extLst>
          </p:cNvPr>
          <p:cNvSpPr>
            <a:spLocks noGrp="1"/>
          </p:cNvSpPr>
          <p:nvPr>
            <p:ph type="sldNum" sz="quarter" idx="12"/>
          </p:nvPr>
        </p:nvSpPr>
        <p:spPr/>
        <p:txBody>
          <a:bodyPr/>
          <a:lstStyle/>
          <a:p>
            <a:fld id="{C7AB4912-C4A3-4CED-B37B-E488A2D1C52F}" type="slidenum">
              <a:rPr lang="en-IN" smtClean="0"/>
              <a:t>‹#›</a:t>
            </a:fld>
            <a:endParaRPr lang="en-IN"/>
          </a:p>
        </p:txBody>
      </p:sp>
    </p:spTree>
    <p:extLst>
      <p:ext uri="{BB962C8B-B14F-4D97-AF65-F5344CB8AC3E}">
        <p14:creationId xmlns:p14="http://schemas.microsoft.com/office/powerpoint/2010/main" val="7899381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6DAC5-8441-FC47-ACC2-99E79EDECF5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1CCE1FB-E7EC-3DB7-E46B-F7F4FEC3F8A7}"/>
              </a:ext>
            </a:extLst>
          </p:cNvPr>
          <p:cNvSpPr>
            <a:spLocks noGrp="1"/>
          </p:cNvSpPr>
          <p:nvPr>
            <p:ph type="dt" sz="half" idx="10"/>
          </p:nvPr>
        </p:nvSpPr>
        <p:spPr/>
        <p:txBody>
          <a:bodyPr/>
          <a:lstStyle/>
          <a:p>
            <a:fld id="{8E5F6515-8B43-4D1B-B7F9-9085B35C2D31}" type="datetimeFigureOut">
              <a:rPr lang="en-IN" smtClean="0"/>
              <a:t>15-11-2025</a:t>
            </a:fld>
            <a:endParaRPr lang="en-IN"/>
          </a:p>
        </p:txBody>
      </p:sp>
      <p:sp>
        <p:nvSpPr>
          <p:cNvPr id="4" name="Footer Placeholder 3">
            <a:extLst>
              <a:ext uri="{FF2B5EF4-FFF2-40B4-BE49-F238E27FC236}">
                <a16:creationId xmlns:a16="http://schemas.microsoft.com/office/drawing/2014/main" id="{D685B571-0B2A-F420-993D-D2A1CAFF3D6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09F375E-5099-FE6E-95F8-E0F1DA8F4FD4}"/>
              </a:ext>
            </a:extLst>
          </p:cNvPr>
          <p:cNvSpPr>
            <a:spLocks noGrp="1"/>
          </p:cNvSpPr>
          <p:nvPr>
            <p:ph type="sldNum" sz="quarter" idx="12"/>
          </p:nvPr>
        </p:nvSpPr>
        <p:spPr/>
        <p:txBody>
          <a:bodyPr/>
          <a:lstStyle/>
          <a:p>
            <a:fld id="{C7AB4912-C4A3-4CED-B37B-E488A2D1C52F}" type="slidenum">
              <a:rPr lang="en-IN" smtClean="0"/>
              <a:t>‹#›</a:t>
            </a:fld>
            <a:endParaRPr lang="en-IN"/>
          </a:p>
        </p:txBody>
      </p:sp>
    </p:spTree>
    <p:extLst>
      <p:ext uri="{BB962C8B-B14F-4D97-AF65-F5344CB8AC3E}">
        <p14:creationId xmlns:p14="http://schemas.microsoft.com/office/powerpoint/2010/main" val="42115507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DB9AB19-225F-C7FB-5E6A-2612934F0E7F}"/>
              </a:ext>
            </a:extLst>
          </p:cNvPr>
          <p:cNvSpPr>
            <a:spLocks noGrp="1"/>
          </p:cNvSpPr>
          <p:nvPr>
            <p:ph type="dt" sz="half" idx="10"/>
          </p:nvPr>
        </p:nvSpPr>
        <p:spPr/>
        <p:txBody>
          <a:bodyPr/>
          <a:lstStyle/>
          <a:p>
            <a:fld id="{8E5F6515-8B43-4D1B-B7F9-9085B35C2D31}" type="datetimeFigureOut">
              <a:rPr lang="en-IN" smtClean="0"/>
              <a:t>15-11-2025</a:t>
            </a:fld>
            <a:endParaRPr lang="en-IN"/>
          </a:p>
        </p:txBody>
      </p:sp>
      <p:sp>
        <p:nvSpPr>
          <p:cNvPr id="3" name="Footer Placeholder 2">
            <a:extLst>
              <a:ext uri="{FF2B5EF4-FFF2-40B4-BE49-F238E27FC236}">
                <a16:creationId xmlns:a16="http://schemas.microsoft.com/office/drawing/2014/main" id="{C23B3098-452A-3B75-2FED-76D838BA9CF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4F357D8-F15F-CD7A-3D7B-DB98BFF27535}"/>
              </a:ext>
            </a:extLst>
          </p:cNvPr>
          <p:cNvSpPr>
            <a:spLocks noGrp="1"/>
          </p:cNvSpPr>
          <p:nvPr>
            <p:ph type="sldNum" sz="quarter" idx="12"/>
          </p:nvPr>
        </p:nvSpPr>
        <p:spPr/>
        <p:txBody>
          <a:bodyPr/>
          <a:lstStyle/>
          <a:p>
            <a:fld id="{C7AB4912-C4A3-4CED-B37B-E488A2D1C52F}" type="slidenum">
              <a:rPr lang="en-IN" smtClean="0"/>
              <a:t>‹#›</a:t>
            </a:fld>
            <a:endParaRPr lang="en-IN"/>
          </a:p>
        </p:txBody>
      </p:sp>
    </p:spTree>
    <p:extLst>
      <p:ext uri="{BB962C8B-B14F-4D97-AF65-F5344CB8AC3E}">
        <p14:creationId xmlns:p14="http://schemas.microsoft.com/office/powerpoint/2010/main" val="13471463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D8859-1D7C-0984-731C-414C381EF8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E9DECF2-3C8B-9EC5-B360-13B33E51186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F1CAF57-210E-FA72-491C-909681C620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5A3A28-9A03-DCEB-C628-EF19A8CBAAA6}"/>
              </a:ext>
            </a:extLst>
          </p:cNvPr>
          <p:cNvSpPr>
            <a:spLocks noGrp="1"/>
          </p:cNvSpPr>
          <p:nvPr>
            <p:ph type="dt" sz="half" idx="10"/>
          </p:nvPr>
        </p:nvSpPr>
        <p:spPr/>
        <p:txBody>
          <a:bodyPr/>
          <a:lstStyle/>
          <a:p>
            <a:fld id="{8E5F6515-8B43-4D1B-B7F9-9085B35C2D31}" type="datetimeFigureOut">
              <a:rPr lang="en-IN" smtClean="0"/>
              <a:t>15-11-2025</a:t>
            </a:fld>
            <a:endParaRPr lang="en-IN"/>
          </a:p>
        </p:txBody>
      </p:sp>
      <p:sp>
        <p:nvSpPr>
          <p:cNvPr id="6" name="Footer Placeholder 5">
            <a:extLst>
              <a:ext uri="{FF2B5EF4-FFF2-40B4-BE49-F238E27FC236}">
                <a16:creationId xmlns:a16="http://schemas.microsoft.com/office/drawing/2014/main" id="{A60328AE-534A-6398-5114-8D4FFA2B6E4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2601DFB-7C10-DDF3-E5E2-65A0095AE75B}"/>
              </a:ext>
            </a:extLst>
          </p:cNvPr>
          <p:cNvSpPr>
            <a:spLocks noGrp="1"/>
          </p:cNvSpPr>
          <p:nvPr>
            <p:ph type="sldNum" sz="quarter" idx="12"/>
          </p:nvPr>
        </p:nvSpPr>
        <p:spPr/>
        <p:txBody>
          <a:bodyPr/>
          <a:lstStyle/>
          <a:p>
            <a:fld id="{C7AB4912-C4A3-4CED-B37B-E488A2D1C52F}" type="slidenum">
              <a:rPr lang="en-IN" smtClean="0"/>
              <a:t>‹#›</a:t>
            </a:fld>
            <a:endParaRPr lang="en-IN"/>
          </a:p>
        </p:txBody>
      </p:sp>
    </p:spTree>
    <p:extLst>
      <p:ext uri="{BB962C8B-B14F-4D97-AF65-F5344CB8AC3E}">
        <p14:creationId xmlns:p14="http://schemas.microsoft.com/office/powerpoint/2010/main" val="10499787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D063A-119F-79C2-6CB6-9D33EFAD63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2C7C9C4-4399-7B6F-1E68-51CD9F52346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2C85558-00E7-BF3C-6205-CC73278C38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3DC753-44A9-411C-9ADD-25DE563621B9}"/>
              </a:ext>
            </a:extLst>
          </p:cNvPr>
          <p:cNvSpPr>
            <a:spLocks noGrp="1"/>
          </p:cNvSpPr>
          <p:nvPr>
            <p:ph type="dt" sz="half" idx="10"/>
          </p:nvPr>
        </p:nvSpPr>
        <p:spPr/>
        <p:txBody>
          <a:bodyPr/>
          <a:lstStyle/>
          <a:p>
            <a:fld id="{8E5F6515-8B43-4D1B-B7F9-9085B35C2D31}" type="datetimeFigureOut">
              <a:rPr lang="en-IN" smtClean="0"/>
              <a:t>15-11-2025</a:t>
            </a:fld>
            <a:endParaRPr lang="en-IN"/>
          </a:p>
        </p:txBody>
      </p:sp>
      <p:sp>
        <p:nvSpPr>
          <p:cNvPr id="6" name="Footer Placeholder 5">
            <a:extLst>
              <a:ext uri="{FF2B5EF4-FFF2-40B4-BE49-F238E27FC236}">
                <a16:creationId xmlns:a16="http://schemas.microsoft.com/office/drawing/2014/main" id="{A03E6C58-A1DF-8A1C-7FC5-367807AE5DF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78A4E1D-07AE-033E-886D-EBEC9979F2DB}"/>
              </a:ext>
            </a:extLst>
          </p:cNvPr>
          <p:cNvSpPr>
            <a:spLocks noGrp="1"/>
          </p:cNvSpPr>
          <p:nvPr>
            <p:ph type="sldNum" sz="quarter" idx="12"/>
          </p:nvPr>
        </p:nvSpPr>
        <p:spPr/>
        <p:txBody>
          <a:bodyPr/>
          <a:lstStyle/>
          <a:p>
            <a:fld id="{C7AB4912-C4A3-4CED-B37B-E488A2D1C52F}" type="slidenum">
              <a:rPr lang="en-IN" smtClean="0"/>
              <a:t>‹#›</a:t>
            </a:fld>
            <a:endParaRPr lang="en-IN"/>
          </a:p>
        </p:txBody>
      </p:sp>
    </p:spTree>
    <p:extLst>
      <p:ext uri="{BB962C8B-B14F-4D97-AF65-F5344CB8AC3E}">
        <p14:creationId xmlns:p14="http://schemas.microsoft.com/office/powerpoint/2010/main" val="28688221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FF1CD-8777-DD43-C906-D92730A06D3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B5CE4A3-F623-1226-B197-A0A04C76502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0BCB9CA-AE5C-924F-23BC-0FBEF1B907AB}"/>
              </a:ext>
            </a:extLst>
          </p:cNvPr>
          <p:cNvSpPr>
            <a:spLocks noGrp="1"/>
          </p:cNvSpPr>
          <p:nvPr>
            <p:ph type="dt" sz="half" idx="10"/>
          </p:nvPr>
        </p:nvSpPr>
        <p:spPr/>
        <p:txBody>
          <a:bodyPr/>
          <a:lstStyle/>
          <a:p>
            <a:fld id="{8E5F6515-8B43-4D1B-B7F9-9085B35C2D31}" type="datetimeFigureOut">
              <a:rPr lang="en-IN" smtClean="0"/>
              <a:t>15-11-2025</a:t>
            </a:fld>
            <a:endParaRPr lang="en-IN"/>
          </a:p>
        </p:txBody>
      </p:sp>
      <p:sp>
        <p:nvSpPr>
          <p:cNvPr id="5" name="Footer Placeholder 4">
            <a:extLst>
              <a:ext uri="{FF2B5EF4-FFF2-40B4-BE49-F238E27FC236}">
                <a16:creationId xmlns:a16="http://schemas.microsoft.com/office/drawing/2014/main" id="{16E30AAD-6909-8280-FE9F-C3E67FF4954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D7D7898-77B7-1536-3B85-C5405AC81A61}"/>
              </a:ext>
            </a:extLst>
          </p:cNvPr>
          <p:cNvSpPr>
            <a:spLocks noGrp="1"/>
          </p:cNvSpPr>
          <p:nvPr>
            <p:ph type="sldNum" sz="quarter" idx="12"/>
          </p:nvPr>
        </p:nvSpPr>
        <p:spPr/>
        <p:txBody>
          <a:bodyPr/>
          <a:lstStyle/>
          <a:p>
            <a:fld id="{C7AB4912-C4A3-4CED-B37B-E488A2D1C52F}" type="slidenum">
              <a:rPr lang="en-IN" smtClean="0"/>
              <a:t>‹#›</a:t>
            </a:fld>
            <a:endParaRPr lang="en-IN"/>
          </a:p>
        </p:txBody>
      </p:sp>
    </p:spTree>
    <p:extLst>
      <p:ext uri="{BB962C8B-B14F-4D97-AF65-F5344CB8AC3E}">
        <p14:creationId xmlns:p14="http://schemas.microsoft.com/office/powerpoint/2010/main" val="2022662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AC0D2EE-0E0C-043C-F9A5-F148B27FC80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A5E1DF3-311F-55C9-53AD-1FA836A8900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91B4250-7849-F734-52FB-1041B5B11CD6}"/>
              </a:ext>
            </a:extLst>
          </p:cNvPr>
          <p:cNvSpPr>
            <a:spLocks noGrp="1"/>
          </p:cNvSpPr>
          <p:nvPr>
            <p:ph type="dt" sz="half" idx="10"/>
          </p:nvPr>
        </p:nvSpPr>
        <p:spPr/>
        <p:txBody>
          <a:bodyPr/>
          <a:lstStyle/>
          <a:p>
            <a:fld id="{8E5F6515-8B43-4D1B-B7F9-9085B35C2D31}" type="datetimeFigureOut">
              <a:rPr lang="en-IN" smtClean="0"/>
              <a:t>15-11-2025</a:t>
            </a:fld>
            <a:endParaRPr lang="en-IN"/>
          </a:p>
        </p:txBody>
      </p:sp>
      <p:sp>
        <p:nvSpPr>
          <p:cNvPr id="5" name="Footer Placeholder 4">
            <a:extLst>
              <a:ext uri="{FF2B5EF4-FFF2-40B4-BE49-F238E27FC236}">
                <a16:creationId xmlns:a16="http://schemas.microsoft.com/office/drawing/2014/main" id="{93ABF8CA-C812-99A6-DBDB-5C336E1D3EC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68BA5FF-B1F3-A91A-7A74-06E4539073D1}"/>
              </a:ext>
            </a:extLst>
          </p:cNvPr>
          <p:cNvSpPr>
            <a:spLocks noGrp="1"/>
          </p:cNvSpPr>
          <p:nvPr>
            <p:ph type="sldNum" sz="quarter" idx="12"/>
          </p:nvPr>
        </p:nvSpPr>
        <p:spPr/>
        <p:txBody>
          <a:bodyPr/>
          <a:lstStyle/>
          <a:p>
            <a:fld id="{C7AB4912-C4A3-4CED-B37B-E488A2D1C52F}" type="slidenum">
              <a:rPr lang="en-IN" smtClean="0"/>
              <a:t>‹#›</a:t>
            </a:fld>
            <a:endParaRPr lang="en-IN"/>
          </a:p>
        </p:txBody>
      </p:sp>
    </p:spTree>
    <p:extLst>
      <p:ext uri="{BB962C8B-B14F-4D97-AF65-F5344CB8AC3E}">
        <p14:creationId xmlns:p14="http://schemas.microsoft.com/office/powerpoint/2010/main" val="1265036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EB1EB6B-7D40-24B4-1A21-DDD2A70BA12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CEA26A2-4438-A8E2-B17F-629310F6E0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F054770-E7CA-1AE4-5EC0-D354D3BBF2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5F6515-8B43-4D1B-B7F9-9085B35C2D31}" type="datetimeFigureOut">
              <a:rPr lang="en-IN" smtClean="0"/>
              <a:t>15-11-2025</a:t>
            </a:fld>
            <a:endParaRPr lang="en-IN"/>
          </a:p>
        </p:txBody>
      </p:sp>
      <p:sp>
        <p:nvSpPr>
          <p:cNvPr id="5" name="Footer Placeholder 4">
            <a:extLst>
              <a:ext uri="{FF2B5EF4-FFF2-40B4-BE49-F238E27FC236}">
                <a16:creationId xmlns:a16="http://schemas.microsoft.com/office/drawing/2014/main" id="{B0B43B2A-9F0D-AC8B-F025-D7120F82F6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3147C28-8B72-28F9-C15D-4C9138DA4B5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AB4912-C4A3-4CED-B37B-E488A2D1C52F}" type="slidenum">
              <a:rPr lang="en-IN" smtClean="0"/>
              <a:t>‹#›</a:t>
            </a:fld>
            <a:endParaRPr lang="en-IN"/>
          </a:p>
        </p:txBody>
      </p:sp>
    </p:spTree>
    <p:extLst>
      <p:ext uri="{BB962C8B-B14F-4D97-AF65-F5344CB8AC3E}">
        <p14:creationId xmlns:p14="http://schemas.microsoft.com/office/powerpoint/2010/main" val="30006118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animalia-life.club/qa/pictures/blue-background-hd-wallpaper" TargetMode="External"/><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13" Type="http://schemas.openxmlformats.org/officeDocument/2006/relationships/image" Target="../media/image7.png"/><Relationship Id="rId3" Type="http://schemas.openxmlformats.org/officeDocument/2006/relationships/hyperlink" Target="https://animalia-life.club/qa/pictures/blue-background-hd-wallpaper" TargetMode="External"/><Relationship Id="rId7" Type="http://schemas.openxmlformats.org/officeDocument/2006/relationships/diagramColors" Target="../diagrams/colors1.xml"/><Relationship Id="rId12" Type="http://schemas.openxmlformats.org/officeDocument/2006/relationships/image" Target="../media/image6.svg"/><Relationship Id="rId2"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diagramQuickStyle" Target="../diagrams/quickStyle1.xml"/><Relationship Id="rId11" Type="http://schemas.openxmlformats.org/officeDocument/2006/relationships/image" Target="../media/image5.png"/><Relationship Id="rId5" Type="http://schemas.openxmlformats.org/officeDocument/2006/relationships/diagramLayout" Target="../diagrams/layout1.xml"/><Relationship Id="rId10" Type="http://schemas.openxmlformats.org/officeDocument/2006/relationships/image" Target="../media/image4.svg"/><Relationship Id="rId4" Type="http://schemas.openxmlformats.org/officeDocument/2006/relationships/diagramData" Target="../diagrams/data1.xml"/><Relationship Id="rId9" Type="http://schemas.openxmlformats.org/officeDocument/2006/relationships/image" Target="../media/image3.png"/><Relationship Id="rId14" Type="http://schemas.openxmlformats.org/officeDocument/2006/relationships/image" Target="../media/image8.svg"/></Relationships>
</file>

<file path=ppt/slides/_rels/slide4.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hyperlink" Target="https://animalia-life.club/qa/pictures/blue-background-hd-wallpaper" TargetMode="External"/><Relationship Id="rId7" Type="http://schemas.openxmlformats.org/officeDocument/2006/relationships/diagramColors" Target="../diagrams/colors2.xml"/><Relationship Id="rId2"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5.xml.rels><?xml version="1.0" encoding="UTF-8" standalone="yes"?>
<Relationships xmlns="http://schemas.openxmlformats.org/package/2006/relationships"><Relationship Id="rId3" Type="http://schemas.openxmlformats.org/officeDocument/2006/relationships/hyperlink" Target="https://animalia-life.club/qa/pictures/blue-background-hd-wallpaper" TargetMode="External"/><Relationship Id="rId2" Type="http://schemas.openxmlformats.org/officeDocument/2006/relationships/image" Target="../media/image2.jp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hyperlink" Target="https://animalia-life.club/qa/pictures/blue-background-hd-wallpaper" TargetMode="External"/><Relationship Id="rId2" Type="http://schemas.openxmlformats.org/officeDocument/2006/relationships/image" Target="../media/image2.jp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hyperlink" Target="https://animalia-life.club/qa/pictures/blue-background-hd-wallpaper" TargetMode="External"/><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hyperlink" Target="https://animalia-life.club/qa/pictures/blue-background-hd-wallpaper" TargetMode="External"/><Relationship Id="rId7" Type="http://schemas.openxmlformats.org/officeDocument/2006/relationships/diagramColors" Target="../diagrams/colors3.xml"/><Relationship Id="rId2"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9.xml.rels><?xml version="1.0" encoding="UTF-8" standalone="yes"?>
<Relationships xmlns="http://schemas.openxmlformats.org/package/2006/relationships"><Relationship Id="rId3" Type="http://schemas.openxmlformats.org/officeDocument/2006/relationships/hyperlink" Target="https://animalia-life.club/qa/pictures/blue-background-hd-wallpaper" TargetMode="External"/><Relationship Id="rId2" Type="http://schemas.openxmlformats.org/officeDocument/2006/relationships/image" Target="../media/image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4C29DA7-C867-0C42-BDDA-56E50BDF036F}"/>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8800"/>
                    </a14:imgEffect>
                    <a14:imgEffect>
                      <a14:saturation sat="300000"/>
                    </a14:imgEffect>
                  </a14:imgLayer>
                </a14:imgProps>
              </a:ext>
              <a:ext uri="{28A0092B-C50C-407E-A947-70E740481C1C}">
                <a14:useLocalDpi xmlns:a14="http://schemas.microsoft.com/office/drawing/2010/main" val="0"/>
              </a:ext>
            </a:extLst>
          </a:blip>
          <a:stretch>
            <a:fillRect/>
          </a:stretch>
        </p:blipFill>
        <p:spPr>
          <a:xfrm>
            <a:off x="-296333" y="0"/>
            <a:ext cx="13047133" cy="7044266"/>
          </a:xfrm>
          <a:prstGeom prst="rect">
            <a:avLst/>
          </a:prstGeom>
        </p:spPr>
      </p:pic>
      <p:sp>
        <p:nvSpPr>
          <p:cNvPr id="6" name="TextBox 5">
            <a:extLst>
              <a:ext uri="{FF2B5EF4-FFF2-40B4-BE49-F238E27FC236}">
                <a16:creationId xmlns:a16="http://schemas.microsoft.com/office/drawing/2014/main" id="{7796F60C-AF40-9C52-9C88-56CFE3A31889}"/>
              </a:ext>
            </a:extLst>
          </p:cNvPr>
          <p:cNvSpPr txBox="1"/>
          <p:nvPr/>
        </p:nvSpPr>
        <p:spPr>
          <a:xfrm>
            <a:off x="101600" y="-193040"/>
            <a:ext cx="7274560" cy="7017306"/>
          </a:xfrm>
          <a:prstGeom prst="rect">
            <a:avLst/>
          </a:prstGeom>
          <a:noFill/>
        </p:spPr>
        <p:txBody>
          <a:bodyPr wrap="square" rtlCol="0">
            <a:spAutoFit/>
          </a:bodyPr>
          <a:lstStyle/>
          <a:p>
            <a:endParaRPr lang="en-US" sz="5400" b="1" dirty="0">
              <a:solidFill>
                <a:schemeClr val="bg1"/>
              </a:solidFill>
              <a:latin typeface="Aptos Display" panose="020B0004020202020204" pitchFamily="34" charset="0"/>
            </a:endParaRPr>
          </a:p>
          <a:p>
            <a:r>
              <a:rPr lang="en-US" sz="5400" b="1" dirty="0">
                <a:solidFill>
                  <a:schemeClr val="bg1"/>
                </a:solidFill>
                <a:latin typeface="Aptos Display" panose="020B0004020202020204" pitchFamily="34" charset="0"/>
              </a:rPr>
              <a:t>  Heart Disease      	Prediction Project</a:t>
            </a:r>
          </a:p>
          <a:p>
            <a:endParaRPr lang="en-US" sz="5400" b="1" dirty="0">
              <a:solidFill>
                <a:schemeClr val="bg1"/>
              </a:solidFill>
              <a:latin typeface="Aptos Display" panose="020B0004020202020204" pitchFamily="34" charset="0"/>
            </a:endParaRPr>
          </a:p>
          <a:p>
            <a:endParaRPr lang="en-US" sz="5400" b="1" dirty="0">
              <a:solidFill>
                <a:schemeClr val="bg1"/>
              </a:solidFill>
              <a:latin typeface="Aptos Display" panose="020B0004020202020204" pitchFamily="34" charset="0"/>
            </a:endParaRPr>
          </a:p>
          <a:p>
            <a:endParaRPr lang="en-US" dirty="0">
              <a:solidFill>
                <a:schemeClr val="bg1"/>
              </a:solidFill>
            </a:endParaRPr>
          </a:p>
          <a:p>
            <a:endParaRPr lang="en-US" dirty="0">
              <a:solidFill>
                <a:schemeClr val="bg1"/>
              </a:solidFill>
              <a:latin typeface="Cambria" panose="02040503050406030204" pitchFamily="18" charset="0"/>
              <a:ea typeface="Cambria" panose="02040503050406030204" pitchFamily="18" charset="0"/>
            </a:endParaRPr>
          </a:p>
          <a:p>
            <a:endParaRPr lang="en-US" dirty="0">
              <a:solidFill>
                <a:schemeClr val="bg1"/>
              </a:solidFill>
              <a:latin typeface="Cambria" panose="02040503050406030204" pitchFamily="18" charset="0"/>
              <a:ea typeface="Cambria" panose="02040503050406030204" pitchFamily="18" charset="0"/>
            </a:endParaRPr>
          </a:p>
          <a:p>
            <a:endParaRPr lang="en-US" dirty="0">
              <a:solidFill>
                <a:schemeClr val="bg1"/>
              </a:solidFill>
              <a:latin typeface="Cambria" panose="02040503050406030204" pitchFamily="18" charset="0"/>
              <a:ea typeface="Cambria" panose="02040503050406030204" pitchFamily="18" charset="0"/>
            </a:endParaRPr>
          </a:p>
          <a:p>
            <a:r>
              <a:rPr lang="en-US" dirty="0">
                <a:solidFill>
                  <a:schemeClr val="bg1"/>
                </a:solidFill>
                <a:latin typeface="Cambria" panose="02040503050406030204" pitchFamily="18" charset="0"/>
                <a:ea typeface="Cambria" panose="02040503050406030204" pitchFamily="18" charset="0"/>
              </a:rPr>
              <a:t>Using Machine Learning to Predict Cardiovascular Risk Based on Health Features</a:t>
            </a:r>
          </a:p>
          <a:p>
            <a:endParaRPr lang="en-US" dirty="0">
              <a:solidFill>
                <a:schemeClr val="bg1"/>
              </a:solidFill>
              <a:latin typeface="Book Antiqua" panose="02040602050305030304" pitchFamily="18" charset="0"/>
            </a:endParaRPr>
          </a:p>
          <a:p>
            <a:r>
              <a:rPr lang="en-US" dirty="0">
                <a:solidFill>
                  <a:schemeClr val="bg1"/>
                </a:solidFill>
                <a:latin typeface="Cambria" panose="02040503050406030204" pitchFamily="18" charset="0"/>
                <a:ea typeface="Cambria" panose="02040503050406030204" pitchFamily="18" charset="0"/>
              </a:rPr>
              <a:t>by Kankana Mondal</a:t>
            </a:r>
          </a:p>
          <a:p>
            <a:r>
              <a:rPr lang="en-US" dirty="0">
                <a:solidFill>
                  <a:schemeClr val="bg1"/>
                </a:solidFill>
                <a:latin typeface="Cambria" panose="02040503050406030204" pitchFamily="18" charset="0"/>
                <a:ea typeface="Cambria" panose="02040503050406030204" pitchFamily="18" charset="0"/>
              </a:rPr>
              <a:t>AI-ML Using Python Project</a:t>
            </a:r>
          </a:p>
          <a:p>
            <a:endParaRPr lang="en-IN" dirty="0">
              <a:solidFill>
                <a:schemeClr val="bg1"/>
              </a:solidFill>
            </a:endParaRPr>
          </a:p>
        </p:txBody>
      </p:sp>
    </p:spTree>
    <p:extLst>
      <p:ext uri="{BB962C8B-B14F-4D97-AF65-F5344CB8AC3E}">
        <p14:creationId xmlns:p14="http://schemas.microsoft.com/office/powerpoint/2010/main" val="38966922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8E5FAC6D-CD43-74FD-5DB3-E546798E121F}"/>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32080" y="-121920"/>
            <a:ext cx="12456160" cy="7142480"/>
          </a:xfrm>
          <a:prstGeom prst="rect">
            <a:avLst/>
          </a:prstGeom>
        </p:spPr>
      </p:pic>
      <p:sp>
        <p:nvSpPr>
          <p:cNvPr id="10" name="TextBox 9">
            <a:extLst>
              <a:ext uri="{FF2B5EF4-FFF2-40B4-BE49-F238E27FC236}">
                <a16:creationId xmlns:a16="http://schemas.microsoft.com/office/drawing/2014/main" id="{B20E8B7A-40FC-9572-93D2-9D1A584C7F49}"/>
              </a:ext>
            </a:extLst>
          </p:cNvPr>
          <p:cNvSpPr txBox="1"/>
          <p:nvPr/>
        </p:nvSpPr>
        <p:spPr>
          <a:xfrm>
            <a:off x="605154" y="751344"/>
            <a:ext cx="11167745" cy="2677656"/>
          </a:xfrm>
          <a:prstGeom prst="rect">
            <a:avLst/>
          </a:prstGeom>
          <a:noFill/>
        </p:spPr>
        <p:txBody>
          <a:bodyPr wrap="square" rtlCol="0">
            <a:spAutoFit/>
          </a:bodyPr>
          <a:lstStyle/>
          <a:p>
            <a:r>
              <a:rPr lang="en-US" sz="4400" b="1" dirty="0">
                <a:solidFill>
                  <a:schemeClr val="bg1"/>
                </a:solidFill>
                <a:latin typeface="Aptos Display" panose="020B0004020202020204" pitchFamily="34" charset="0"/>
              </a:rPr>
              <a:t>Project Problem</a:t>
            </a:r>
            <a:endParaRPr lang="en-US" sz="4000" b="1" dirty="0">
              <a:solidFill>
                <a:schemeClr val="bg1"/>
              </a:solidFill>
              <a:latin typeface="Aptos Display" panose="020B0004020202020204" pitchFamily="34" charset="0"/>
            </a:endParaRPr>
          </a:p>
          <a:p>
            <a:r>
              <a:rPr lang="en-US" sz="2400" b="1" dirty="0">
                <a:solidFill>
                  <a:schemeClr val="bg1"/>
                </a:solidFill>
              </a:rPr>
              <a:t>Cardiovascular Health Challenge</a:t>
            </a:r>
          </a:p>
          <a:p>
            <a:r>
              <a:rPr lang="en-US" sz="2000" dirty="0">
                <a:solidFill>
                  <a:schemeClr val="bg1"/>
                </a:solidFill>
              </a:rPr>
              <a:t>Heart disease is a major global health concern requiring early detection. The dataset includes key medical and lifestyle features such as Age, Gender, Cholesterol, Diabetes, Smoking, Family History, Obesity, Chest Pain Type, Exercise Hours, and more. The goal is to analyze these factors and train a Logistic Regression model to classify patients into Heart Disease or No Heart Disease. This helps demonstrate how machine learning can support medical decision-making and risk assessment.</a:t>
            </a:r>
          </a:p>
        </p:txBody>
      </p:sp>
      <p:sp>
        <p:nvSpPr>
          <p:cNvPr id="11" name="TextBox 10">
            <a:extLst>
              <a:ext uri="{FF2B5EF4-FFF2-40B4-BE49-F238E27FC236}">
                <a16:creationId xmlns:a16="http://schemas.microsoft.com/office/drawing/2014/main" id="{03928119-38D9-D5CC-F419-C4D4448FEA7D}"/>
              </a:ext>
            </a:extLst>
          </p:cNvPr>
          <p:cNvSpPr txBox="1"/>
          <p:nvPr/>
        </p:nvSpPr>
        <p:spPr>
          <a:xfrm>
            <a:off x="293370" y="3931920"/>
            <a:ext cx="3550920" cy="1138773"/>
          </a:xfrm>
          <a:prstGeom prst="rect">
            <a:avLst/>
          </a:prstGeom>
          <a:noFill/>
        </p:spPr>
        <p:txBody>
          <a:bodyPr wrap="square" rtlCol="0">
            <a:spAutoFit/>
          </a:bodyPr>
          <a:lstStyle/>
          <a:p>
            <a:pPr algn="ctr"/>
            <a:r>
              <a:rPr lang="en-US" sz="2800" b="1" dirty="0">
                <a:solidFill>
                  <a:schemeClr val="bg1"/>
                </a:solidFill>
                <a:latin typeface="Cambria" panose="02040503050406030204" pitchFamily="18" charset="0"/>
                <a:ea typeface="Cambria" panose="02040503050406030204" pitchFamily="18" charset="0"/>
              </a:rPr>
              <a:t>Early Detection</a:t>
            </a:r>
          </a:p>
          <a:p>
            <a:pPr algn="ctr"/>
            <a:r>
              <a:rPr lang="en-US" sz="2000" dirty="0">
                <a:solidFill>
                  <a:schemeClr val="bg1"/>
                </a:solidFill>
                <a:latin typeface="Cambria" panose="02040503050406030204" pitchFamily="18" charset="0"/>
                <a:ea typeface="Cambria" panose="02040503050406030204" pitchFamily="18" charset="0"/>
              </a:rPr>
              <a:t>Identify at-risk individuals before symptoms appear</a:t>
            </a:r>
          </a:p>
        </p:txBody>
      </p:sp>
      <p:sp>
        <p:nvSpPr>
          <p:cNvPr id="12" name="TextBox 11">
            <a:extLst>
              <a:ext uri="{FF2B5EF4-FFF2-40B4-BE49-F238E27FC236}">
                <a16:creationId xmlns:a16="http://schemas.microsoft.com/office/drawing/2014/main" id="{9845727C-D361-5CA4-450D-8391A3972088}"/>
              </a:ext>
            </a:extLst>
          </p:cNvPr>
          <p:cNvSpPr txBox="1"/>
          <p:nvPr/>
        </p:nvSpPr>
        <p:spPr>
          <a:xfrm>
            <a:off x="4257675" y="4728350"/>
            <a:ext cx="3550920" cy="1138773"/>
          </a:xfrm>
          <a:prstGeom prst="rect">
            <a:avLst/>
          </a:prstGeom>
          <a:noFill/>
        </p:spPr>
        <p:txBody>
          <a:bodyPr wrap="square" rtlCol="0">
            <a:spAutoFit/>
          </a:bodyPr>
          <a:lstStyle/>
          <a:p>
            <a:pPr algn="ctr"/>
            <a:r>
              <a:rPr lang="en-US" sz="2800" b="1" dirty="0">
                <a:solidFill>
                  <a:schemeClr val="bg1"/>
                </a:solidFill>
                <a:latin typeface="Cambria" panose="02040503050406030204" pitchFamily="18" charset="0"/>
                <a:ea typeface="Cambria" panose="02040503050406030204" pitchFamily="18" charset="0"/>
              </a:rPr>
              <a:t>Risk Analysis</a:t>
            </a:r>
          </a:p>
          <a:p>
            <a:pPr algn="ctr"/>
            <a:r>
              <a:rPr lang="en-US" sz="2000" dirty="0">
                <a:solidFill>
                  <a:schemeClr val="bg1"/>
                </a:solidFill>
                <a:latin typeface="Cambria" panose="02040503050406030204" pitchFamily="18" charset="0"/>
                <a:ea typeface="Cambria" panose="02040503050406030204" pitchFamily="18" charset="0"/>
              </a:rPr>
              <a:t>Understand key factors contributing to heart disease</a:t>
            </a:r>
          </a:p>
        </p:txBody>
      </p:sp>
      <p:sp>
        <p:nvSpPr>
          <p:cNvPr id="13" name="TextBox 12">
            <a:extLst>
              <a:ext uri="{FF2B5EF4-FFF2-40B4-BE49-F238E27FC236}">
                <a16:creationId xmlns:a16="http://schemas.microsoft.com/office/drawing/2014/main" id="{F4471310-DCFE-3785-0C6F-A8CD16837FDA}"/>
              </a:ext>
            </a:extLst>
          </p:cNvPr>
          <p:cNvSpPr txBox="1"/>
          <p:nvPr/>
        </p:nvSpPr>
        <p:spPr>
          <a:xfrm>
            <a:off x="8221980" y="3931919"/>
            <a:ext cx="3550920" cy="1138773"/>
          </a:xfrm>
          <a:prstGeom prst="rect">
            <a:avLst/>
          </a:prstGeom>
          <a:noFill/>
        </p:spPr>
        <p:txBody>
          <a:bodyPr wrap="square" rtlCol="0">
            <a:spAutoFit/>
          </a:bodyPr>
          <a:lstStyle/>
          <a:p>
            <a:pPr algn="ctr"/>
            <a:r>
              <a:rPr lang="en-US" sz="2800" b="1" dirty="0">
                <a:solidFill>
                  <a:schemeClr val="bg1"/>
                </a:solidFill>
                <a:latin typeface="Cambria" panose="02040503050406030204" pitchFamily="18" charset="0"/>
                <a:ea typeface="Cambria" panose="02040503050406030204" pitchFamily="18" charset="0"/>
              </a:rPr>
              <a:t>Preventive Care</a:t>
            </a:r>
          </a:p>
          <a:p>
            <a:pPr algn="ctr"/>
            <a:r>
              <a:rPr lang="en-US" sz="2000" dirty="0">
                <a:solidFill>
                  <a:schemeClr val="bg1"/>
                </a:solidFill>
                <a:latin typeface="Cambria" panose="02040503050406030204" pitchFamily="18" charset="0"/>
                <a:ea typeface="Cambria" panose="02040503050406030204" pitchFamily="18" charset="0"/>
              </a:rPr>
              <a:t>Enable proactive healthcare decisions and interventions</a:t>
            </a:r>
          </a:p>
        </p:txBody>
      </p:sp>
    </p:spTree>
    <p:extLst>
      <p:ext uri="{BB962C8B-B14F-4D97-AF65-F5344CB8AC3E}">
        <p14:creationId xmlns:p14="http://schemas.microsoft.com/office/powerpoint/2010/main" val="23073144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8551D-D604-554D-AB86-2A1E4213BF8A}"/>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E10E7054-CCA8-7CC8-F8D4-EB97D785D1DE}"/>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32080" y="-121920"/>
            <a:ext cx="12456160" cy="7142480"/>
          </a:xfrm>
          <a:prstGeom prst="rect">
            <a:avLst/>
          </a:prstGeom>
        </p:spPr>
      </p:pic>
      <p:sp>
        <p:nvSpPr>
          <p:cNvPr id="2" name="TextBox 1">
            <a:extLst>
              <a:ext uri="{FF2B5EF4-FFF2-40B4-BE49-F238E27FC236}">
                <a16:creationId xmlns:a16="http://schemas.microsoft.com/office/drawing/2014/main" id="{0D6ED65A-138C-7DD4-4EFB-4A24C65FBB21}"/>
              </a:ext>
            </a:extLst>
          </p:cNvPr>
          <p:cNvSpPr txBox="1"/>
          <p:nvPr/>
        </p:nvSpPr>
        <p:spPr>
          <a:xfrm>
            <a:off x="2367280" y="920228"/>
            <a:ext cx="9956800" cy="1323439"/>
          </a:xfrm>
          <a:prstGeom prst="rect">
            <a:avLst/>
          </a:prstGeom>
          <a:noFill/>
        </p:spPr>
        <p:txBody>
          <a:bodyPr wrap="square" rtlCol="0">
            <a:spAutoFit/>
          </a:bodyPr>
          <a:lstStyle/>
          <a:p>
            <a:r>
              <a:rPr lang="en-IN" sz="4000" b="1" dirty="0">
                <a:solidFill>
                  <a:schemeClr val="bg1"/>
                </a:solidFill>
                <a:latin typeface="Book Antiqua" panose="02040602050305030304" pitchFamily="18" charset="0"/>
              </a:rPr>
              <a:t>Data Preprocessing Pipeline</a:t>
            </a:r>
          </a:p>
          <a:p>
            <a:endParaRPr lang="en-IN" sz="4000" dirty="0">
              <a:solidFill>
                <a:schemeClr val="bg1"/>
              </a:solidFill>
              <a:latin typeface="Book Antiqua" panose="02040602050305030304" pitchFamily="18" charset="0"/>
            </a:endParaRPr>
          </a:p>
        </p:txBody>
      </p:sp>
      <p:graphicFrame>
        <p:nvGraphicFramePr>
          <p:cNvPr id="3" name="Diagram 2">
            <a:extLst>
              <a:ext uri="{FF2B5EF4-FFF2-40B4-BE49-F238E27FC236}">
                <a16:creationId xmlns:a16="http://schemas.microsoft.com/office/drawing/2014/main" id="{31FF76E0-055E-A8F4-8F12-197081973ED1}"/>
              </a:ext>
            </a:extLst>
          </p:cNvPr>
          <p:cNvGraphicFramePr/>
          <p:nvPr>
            <p:extLst>
              <p:ext uri="{D42A27DB-BD31-4B8C-83A1-F6EECF244321}">
                <p14:modId xmlns:p14="http://schemas.microsoft.com/office/powerpoint/2010/main" val="3122636570"/>
              </p:ext>
            </p:extLst>
          </p:nvPr>
        </p:nvGraphicFramePr>
        <p:xfrm>
          <a:off x="1351280" y="2243667"/>
          <a:ext cx="9489440" cy="386249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5" name="Graphic 4" descr="Tools with solid fill">
            <a:extLst>
              <a:ext uri="{FF2B5EF4-FFF2-40B4-BE49-F238E27FC236}">
                <a16:creationId xmlns:a16="http://schemas.microsoft.com/office/drawing/2014/main" id="{782E181F-FAB1-03DC-6E9C-B20D4FA75929}"/>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844040" y="3850639"/>
            <a:ext cx="690880" cy="690880"/>
          </a:xfrm>
          <a:prstGeom prst="rect">
            <a:avLst/>
          </a:prstGeom>
        </p:spPr>
      </p:pic>
      <p:pic>
        <p:nvPicPr>
          <p:cNvPr id="7" name="Graphic 6" descr="Large paint brush with solid fill">
            <a:extLst>
              <a:ext uri="{FF2B5EF4-FFF2-40B4-BE49-F238E27FC236}">
                <a16:creationId xmlns:a16="http://schemas.microsoft.com/office/drawing/2014/main" id="{1118F45C-8827-7F70-6852-ECF170FE93F7}"/>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463040" y="2667000"/>
            <a:ext cx="762000" cy="762000"/>
          </a:xfrm>
          <a:prstGeom prst="rect">
            <a:avLst/>
          </a:prstGeom>
        </p:spPr>
      </p:pic>
      <p:pic>
        <p:nvPicPr>
          <p:cNvPr id="11" name="Graphic 10" descr="Checkmark with solid fill">
            <a:extLst>
              <a:ext uri="{FF2B5EF4-FFF2-40B4-BE49-F238E27FC236}">
                <a16:creationId xmlns:a16="http://schemas.microsoft.com/office/drawing/2014/main" id="{698068ED-FF09-8C1B-2487-153FD6A9CDC9}"/>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534160" y="5035972"/>
            <a:ext cx="690880" cy="690880"/>
          </a:xfrm>
          <a:prstGeom prst="rect">
            <a:avLst/>
          </a:prstGeom>
        </p:spPr>
      </p:pic>
    </p:spTree>
    <p:extLst>
      <p:ext uri="{BB962C8B-B14F-4D97-AF65-F5344CB8AC3E}">
        <p14:creationId xmlns:p14="http://schemas.microsoft.com/office/powerpoint/2010/main" val="25698790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90235-5331-72EC-FF2E-C82B9C2D113C}"/>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9D3D2865-0253-8215-AF65-10CD3B5E6CD5}"/>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32080" y="-121920"/>
            <a:ext cx="12456160" cy="7142480"/>
          </a:xfrm>
          <a:prstGeom prst="rect">
            <a:avLst/>
          </a:prstGeom>
        </p:spPr>
      </p:pic>
      <p:sp>
        <p:nvSpPr>
          <p:cNvPr id="4" name="TextBox 3">
            <a:extLst>
              <a:ext uri="{FF2B5EF4-FFF2-40B4-BE49-F238E27FC236}">
                <a16:creationId xmlns:a16="http://schemas.microsoft.com/office/drawing/2014/main" id="{6AD857E2-1485-1D2C-C9CE-C41D8401D803}"/>
              </a:ext>
            </a:extLst>
          </p:cNvPr>
          <p:cNvSpPr txBox="1"/>
          <p:nvPr/>
        </p:nvSpPr>
        <p:spPr>
          <a:xfrm>
            <a:off x="1811867" y="626533"/>
            <a:ext cx="7806266" cy="1323439"/>
          </a:xfrm>
          <a:prstGeom prst="rect">
            <a:avLst/>
          </a:prstGeom>
          <a:noFill/>
        </p:spPr>
        <p:txBody>
          <a:bodyPr wrap="square" rtlCol="0">
            <a:spAutoFit/>
          </a:bodyPr>
          <a:lstStyle/>
          <a:p>
            <a:pPr algn="ctr"/>
            <a:r>
              <a:rPr lang="en-IN" sz="4000" b="1" dirty="0">
                <a:solidFill>
                  <a:schemeClr val="bg1"/>
                </a:solidFill>
                <a:latin typeface="Aptos Display" panose="020B0004020202020204" pitchFamily="34" charset="0"/>
              </a:rPr>
              <a:t>Model Creation Process</a:t>
            </a:r>
          </a:p>
          <a:p>
            <a:pPr algn="ctr"/>
            <a:endParaRPr lang="en-IN" sz="4000" dirty="0">
              <a:solidFill>
                <a:schemeClr val="bg1"/>
              </a:solidFill>
              <a:latin typeface="Aptos Display" panose="020B0004020202020204" pitchFamily="34" charset="0"/>
            </a:endParaRPr>
          </a:p>
        </p:txBody>
      </p:sp>
      <p:graphicFrame>
        <p:nvGraphicFramePr>
          <p:cNvPr id="6" name="Diagram 5">
            <a:extLst>
              <a:ext uri="{FF2B5EF4-FFF2-40B4-BE49-F238E27FC236}">
                <a16:creationId xmlns:a16="http://schemas.microsoft.com/office/drawing/2014/main" id="{C2FA00F9-BF92-189A-5772-16FC82F3BE41}"/>
              </a:ext>
            </a:extLst>
          </p:cNvPr>
          <p:cNvGraphicFramePr/>
          <p:nvPr>
            <p:extLst>
              <p:ext uri="{D42A27DB-BD31-4B8C-83A1-F6EECF244321}">
                <p14:modId xmlns:p14="http://schemas.microsoft.com/office/powerpoint/2010/main" val="3662754378"/>
              </p:ext>
            </p:extLst>
          </p:nvPr>
        </p:nvGraphicFramePr>
        <p:xfrm>
          <a:off x="1361439" y="1439333"/>
          <a:ext cx="9203267" cy="541866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5569618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F8C47-1150-5AB2-8F8D-3783809E0939}"/>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90C1BBEB-612F-46E3-F57F-476539CBE0B8}"/>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32080" y="-121920"/>
            <a:ext cx="12456160" cy="7142480"/>
          </a:xfrm>
          <a:prstGeom prst="rect">
            <a:avLst/>
          </a:prstGeom>
        </p:spPr>
      </p:pic>
      <p:sp>
        <p:nvSpPr>
          <p:cNvPr id="2" name="TextBox 1">
            <a:extLst>
              <a:ext uri="{FF2B5EF4-FFF2-40B4-BE49-F238E27FC236}">
                <a16:creationId xmlns:a16="http://schemas.microsoft.com/office/drawing/2014/main" id="{EC7D0836-408E-6DAB-DFA5-9CD2341B75D0}"/>
              </a:ext>
            </a:extLst>
          </p:cNvPr>
          <p:cNvSpPr txBox="1"/>
          <p:nvPr/>
        </p:nvSpPr>
        <p:spPr>
          <a:xfrm>
            <a:off x="2326640" y="348079"/>
            <a:ext cx="7172960" cy="1323439"/>
          </a:xfrm>
          <a:prstGeom prst="rect">
            <a:avLst/>
          </a:prstGeom>
          <a:noFill/>
        </p:spPr>
        <p:txBody>
          <a:bodyPr wrap="square" rtlCol="0">
            <a:spAutoFit/>
          </a:bodyPr>
          <a:lstStyle/>
          <a:p>
            <a:pPr algn="ctr"/>
            <a:r>
              <a:rPr lang="en-IN" sz="4000" b="1" dirty="0">
                <a:solidFill>
                  <a:schemeClr val="bg1"/>
                </a:solidFill>
                <a:latin typeface="Aptos Display" panose="020B0004020202020204" pitchFamily="34" charset="0"/>
              </a:rPr>
              <a:t>Data Visualizations &amp; Insights</a:t>
            </a:r>
          </a:p>
          <a:p>
            <a:pPr algn="ctr"/>
            <a:endParaRPr lang="en-IN" sz="4000" dirty="0">
              <a:solidFill>
                <a:schemeClr val="bg1"/>
              </a:solidFill>
              <a:latin typeface="Aptos Display" panose="020B0004020202020204" pitchFamily="34" charset="0"/>
            </a:endParaRPr>
          </a:p>
        </p:txBody>
      </p:sp>
      <p:pic>
        <p:nvPicPr>
          <p:cNvPr id="5" name="Picture 4">
            <a:extLst>
              <a:ext uri="{FF2B5EF4-FFF2-40B4-BE49-F238E27FC236}">
                <a16:creationId xmlns:a16="http://schemas.microsoft.com/office/drawing/2014/main" id="{903C7275-8961-440D-5D23-4834FCDBE17E}"/>
              </a:ext>
            </a:extLst>
          </p:cNvPr>
          <p:cNvPicPr>
            <a:picLocks noChangeAspect="1"/>
          </p:cNvPicPr>
          <p:nvPr/>
        </p:nvPicPr>
        <p:blipFill>
          <a:blip r:embed="rId4"/>
          <a:stretch>
            <a:fillRect/>
          </a:stretch>
        </p:blipFill>
        <p:spPr>
          <a:xfrm>
            <a:off x="7475354" y="1375336"/>
            <a:ext cx="4353204" cy="2333064"/>
          </a:xfrm>
          <a:prstGeom prst="rect">
            <a:avLst/>
          </a:prstGeom>
        </p:spPr>
      </p:pic>
      <p:pic>
        <p:nvPicPr>
          <p:cNvPr id="8" name="Picture 7">
            <a:extLst>
              <a:ext uri="{FF2B5EF4-FFF2-40B4-BE49-F238E27FC236}">
                <a16:creationId xmlns:a16="http://schemas.microsoft.com/office/drawing/2014/main" id="{67F6C124-6EFC-0C6C-3B7D-7051B7A1CBC6}"/>
              </a:ext>
            </a:extLst>
          </p:cNvPr>
          <p:cNvPicPr>
            <a:picLocks noChangeAspect="1"/>
          </p:cNvPicPr>
          <p:nvPr/>
        </p:nvPicPr>
        <p:blipFill>
          <a:blip r:embed="rId5"/>
          <a:stretch>
            <a:fillRect/>
          </a:stretch>
        </p:blipFill>
        <p:spPr>
          <a:xfrm>
            <a:off x="467358" y="3952240"/>
            <a:ext cx="4318002" cy="2814320"/>
          </a:xfrm>
          <a:prstGeom prst="rect">
            <a:avLst/>
          </a:prstGeom>
        </p:spPr>
      </p:pic>
      <p:sp>
        <p:nvSpPr>
          <p:cNvPr id="10" name="TextBox 9">
            <a:extLst>
              <a:ext uri="{FF2B5EF4-FFF2-40B4-BE49-F238E27FC236}">
                <a16:creationId xmlns:a16="http://schemas.microsoft.com/office/drawing/2014/main" id="{30EC71F7-4D61-4120-9492-FC07F1B1AEF3}"/>
              </a:ext>
            </a:extLst>
          </p:cNvPr>
          <p:cNvSpPr txBox="1"/>
          <p:nvPr/>
        </p:nvSpPr>
        <p:spPr>
          <a:xfrm>
            <a:off x="882717" y="2141517"/>
            <a:ext cx="6097115" cy="461665"/>
          </a:xfrm>
          <a:prstGeom prst="rect">
            <a:avLst/>
          </a:prstGeom>
          <a:noFill/>
        </p:spPr>
        <p:txBody>
          <a:bodyPr wrap="square" rtlCol="0">
            <a:spAutoFit/>
          </a:bodyPr>
          <a:lstStyle/>
          <a:p>
            <a:r>
              <a:rPr lang="en-US" sz="2400" dirty="0">
                <a:solidFill>
                  <a:schemeClr val="bg1"/>
                </a:solidFill>
                <a:latin typeface="Cambria" panose="02040503050406030204" pitchFamily="18" charset="0"/>
                <a:ea typeface="Cambria" panose="02040503050406030204" pitchFamily="18" charset="0"/>
              </a:rPr>
              <a:t>Bar Chart of Heart Disease Probability by Age</a:t>
            </a:r>
            <a:endParaRPr lang="en-IN" sz="2400" dirty="0">
              <a:solidFill>
                <a:schemeClr val="bg1"/>
              </a:solidFill>
              <a:latin typeface="Cambria" panose="02040503050406030204" pitchFamily="18" charset="0"/>
              <a:ea typeface="Cambria" panose="02040503050406030204" pitchFamily="18" charset="0"/>
            </a:endParaRPr>
          </a:p>
        </p:txBody>
      </p:sp>
      <p:sp>
        <p:nvSpPr>
          <p:cNvPr id="11" name="TextBox 10">
            <a:extLst>
              <a:ext uri="{FF2B5EF4-FFF2-40B4-BE49-F238E27FC236}">
                <a16:creationId xmlns:a16="http://schemas.microsoft.com/office/drawing/2014/main" id="{6EC5F27A-24CC-7B02-B31B-850A78241064}"/>
              </a:ext>
            </a:extLst>
          </p:cNvPr>
          <p:cNvSpPr txBox="1"/>
          <p:nvPr/>
        </p:nvSpPr>
        <p:spPr>
          <a:xfrm>
            <a:off x="5506162" y="5133647"/>
            <a:ext cx="6421678" cy="830997"/>
          </a:xfrm>
          <a:prstGeom prst="rect">
            <a:avLst/>
          </a:prstGeom>
          <a:noFill/>
        </p:spPr>
        <p:txBody>
          <a:bodyPr wrap="square" rtlCol="0">
            <a:spAutoFit/>
          </a:bodyPr>
          <a:lstStyle/>
          <a:p>
            <a:r>
              <a:rPr lang="en-US" sz="2400" dirty="0">
                <a:solidFill>
                  <a:schemeClr val="bg1"/>
                </a:solidFill>
                <a:latin typeface="Cambria" panose="02040503050406030204" pitchFamily="18" charset="0"/>
                <a:ea typeface="Cambria" panose="02040503050406030204" pitchFamily="18" charset="0"/>
              </a:rPr>
              <a:t>Proportion of Heart Disease vs No Heart Disease — Donut Chart</a:t>
            </a:r>
            <a:endParaRPr lang="en-IN" sz="2400" dirty="0">
              <a:solidFill>
                <a:schemeClr val="bg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4019341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A3A13-191D-F2CA-A109-849EB78C6F90}"/>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DD0895D9-B74B-5C68-DA0C-A2240B1253EC}"/>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32080" y="-121920"/>
            <a:ext cx="12456160" cy="7142480"/>
          </a:xfrm>
          <a:prstGeom prst="rect">
            <a:avLst/>
          </a:prstGeom>
        </p:spPr>
      </p:pic>
      <p:sp>
        <p:nvSpPr>
          <p:cNvPr id="2" name="TextBox 1">
            <a:extLst>
              <a:ext uri="{FF2B5EF4-FFF2-40B4-BE49-F238E27FC236}">
                <a16:creationId xmlns:a16="http://schemas.microsoft.com/office/drawing/2014/main" id="{8DBB8FFD-E741-6CF9-F238-20D22C2C254D}"/>
              </a:ext>
            </a:extLst>
          </p:cNvPr>
          <p:cNvSpPr txBox="1"/>
          <p:nvPr/>
        </p:nvSpPr>
        <p:spPr>
          <a:xfrm>
            <a:off x="2326640" y="348079"/>
            <a:ext cx="7172960" cy="1323439"/>
          </a:xfrm>
          <a:prstGeom prst="rect">
            <a:avLst/>
          </a:prstGeom>
          <a:noFill/>
        </p:spPr>
        <p:txBody>
          <a:bodyPr wrap="square" rtlCol="0">
            <a:spAutoFit/>
          </a:bodyPr>
          <a:lstStyle/>
          <a:p>
            <a:pPr algn="ctr"/>
            <a:r>
              <a:rPr lang="en-IN" sz="4000" b="1" dirty="0">
                <a:solidFill>
                  <a:schemeClr val="bg1"/>
                </a:solidFill>
                <a:latin typeface="Aptos Display" panose="020B0004020202020204" pitchFamily="34" charset="0"/>
              </a:rPr>
              <a:t>Data Visualizations &amp; Insights</a:t>
            </a:r>
          </a:p>
          <a:p>
            <a:pPr algn="ctr"/>
            <a:endParaRPr lang="en-IN" sz="4000" dirty="0">
              <a:solidFill>
                <a:schemeClr val="bg1"/>
              </a:solidFill>
              <a:latin typeface="Aptos Display" panose="020B0004020202020204" pitchFamily="34" charset="0"/>
            </a:endParaRPr>
          </a:p>
        </p:txBody>
      </p:sp>
      <p:sp>
        <p:nvSpPr>
          <p:cNvPr id="10" name="TextBox 9">
            <a:extLst>
              <a:ext uri="{FF2B5EF4-FFF2-40B4-BE49-F238E27FC236}">
                <a16:creationId xmlns:a16="http://schemas.microsoft.com/office/drawing/2014/main" id="{A99D705D-53B6-227B-5E07-0785F7844143}"/>
              </a:ext>
            </a:extLst>
          </p:cNvPr>
          <p:cNvSpPr txBox="1"/>
          <p:nvPr/>
        </p:nvSpPr>
        <p:spPr>
          <a:xfrm>
            <a:off x="882717" y="2002848"/>
            <a:ext cx="6097115" cy="830997"/>
          </a:xfrm>
          <a:prstGeom prst="rect">
            <a:avLst/>
          </a:prstGeom>
          <a:noFill/>
        </p:spPr>
        <p:txBody>
          <a:bodyPr wrap="square" rtlCol="0">
            <a:spAutoFit/>
          </a:bodyPr>
          <a:lstStyle/>
          <a:p>
            <a:r>
              <a:rPr lang="en-US" sz="2400" dirty="0">
                <a:solidFill>
                  <a:schemeClr val="bg1"/>
                </a:solidFill>
                <a:latin typeface="Cambria" panose="02040503050406030204" pitchFamily="18" charset="0"/>
                <a:ea typeface="Cambria" panose="02040503050406030204" pitchFamily="18" charset="0"/>
              </a:rPr>
              <a:t>Chest Pain Type vs Predicted Heart Disease Probability — Bar Chart</a:t>
            </a:r>
            <a:endParaRPr lang="en-IN" sz="2400" dirty="0">
              <a:solidFill>
                <a:schemeClr val="bg1"/>
              </a:solidFill>
              <a:latin typeface="Cambria" panose="02040503050406030204" pitchFamily="18" charset="0"/>
              <a:ea typeface="Cambria" panose="02040503050406030204" pitchFamily="18" charset="0"/>
            </a:endParaRPr>
          </a:p>
        </p:txBody>
      </p:sp>
      <p:sp>
        <p:nvSpPr>
          <p:cNvPr id="11" name="TextBox 10">
            <a:extLst>
              <a:ext uri="{FF2B5EF4-FFF2-40B4-BE49-F238E27FC236}">
                <a16:creationId xmlns:a16="http://schemas.microsoft.com/office/drawing/2014/main" id="{89648A80-305A-3614-6AD2-F1AAC47A1021}"/>
              </a:ext>
            </a:extLst>
          </p:cNvPr>
          <p:cNvSpPr txBox="1"/>
          <p:nvPr/>
        </p:nvSpPr>
        <p:spPr>
          <a:xfrm>
            <a:off x="5947799" y="5089238"/>
            <a:ext cx="6421678" cy="830997"/>
          </a:xfrm>
          <a:prstGeom prst="rect">
            <a:avLst/>
          </a:prstGeom>
          <a:noFill/>
        </p:spPr>
        <p:txBody>
          <a:bodyPr wrap="square" rtlCol="0">
            <a:spAutoFit/>
          </a:bodyPr>
          <a:lstStyle/>
          <a:p>
            <a:r>
              <a:rPr lang="en-US" sz="2400" dirty="0">
                <a:solidFill>
                  <a:schemeClr val="bg1"/>
                </a:solidFill>
                <a:latin typeface="Cambria" panose="02040503050406030204" pitchFamily="18" charset="0"/>
                <a:ea typeface="Cambria" panose="02040503050406030204" pitchFamily="18" charset="0"/>
              </a:rPr>
              <a:t>Proportion of Heart Disease Cases by Sex </a:t>
            </a:r>
          </a:p>
          <a:p>
            <a:r>
              <a:rPr lang="en-US" sz="2400" dirty="0">
                <a:solidFill>
                  <a:schemeClr val="bg1"/>
                </a:solidFill>
                <a:latin typeface="Cambria" panose="02040503050406030204" pitchFamily="18" charset="0"/>
                <a:ea typeface="Cambria" panose="02040503050406030204" pitchFamily="18" charset="0"/>
              </a:rPr>
              <a:t>— Pie Chart</a:t>
            </a:r>
            <a:endParaRPr lang="en-IN" sz="2400" dirty="0">
              <a:solidFill>
                <a:schemeClr val="bg1"/>
              </a:solidFill>
              <a:latin typeface="Cambria" panose="02040503050406030204" pitchFamily="18" charset="0"/>
              <a:ea typeface="Cambria" panose="02040503050406030204" pitchFamily="18" charset="0"/>
            </a:endParaRPr>
          </a:p>
        </p:txBody>
      </p:sp>
      <p:pic>
        <p:nvPicPr>
          <p:cNvPr id="4" name="Picture 3">
            <a:extLst>
              <a:ext uri="{FF2B5EF4-FFF2-40B4-BE49-F238E27FC236}">
                <a16:creationId xmlns:a16="http://schemas.microsoft.com/office/drawing/2014/main" id="{B24FAD76-25F5-1325-B563-936227AE5952}"/>
              </a:ext>
            </a:extLst>
          </p:cNvPr>
          <p:cNvPicPr>
            <a:picLocks noChangeAspect="1"/>
          </p:cNvPicPr>
          <p:nvPr/>
        </p:nvPicPr>
        <p:blipFill>
          <a:blip r:embed="rId4"/>
          <a:stretch>
            <a:fillRect/>
          </a:stretch>
        </p:blipFill>
        <p:spPr>
          <a:xfrm>
            <a:off x="471559" y="3545840"/>
            <a:ext cx="4872601" cy="3253429"/>
          </a:xfrm>
          <a:prstGeom prst="rect">
            <a:avLst/>
          </a:prstGeom>
        </p:spPr>
      </p:pic>
      <p:pic>
        <p:nvPicPr>
          <p:cNvPr id="7" name="Picture 6">
            <a:extLst>
              <a:ext uri="{FF2B5EF4-FFF2-40B4-BE49-F238E27FC236}">
                <a16:creationId xmlns:a16="http://schemas.microsoft.com/office/drawing/2014/main" id="{FB39CF08-304B-9200-82F0-626A6413696B}"/>
              </a:ext>
            </a:extLst>
          </p:cNvPr>
          <p:cNvPicPr>
            <a:picLocks noChangeAspect="1"/>
          </p:cNvPicPr>
          <p:nvPr/>
        </p:nvPicPr>
        <p:blipFill>
          <a:blip r:embed="rId5"/>
          <a:stretch>
            <a:fillRect/>
          </a:stretch>
        </p:blipFill>
        <p:spPr>
          <a:xfrm>
            <a:off x="7051040" y="1177801"/>
            <a:ext cx="4805592" cy="2649077"/>
          </a:xfrm>
          <a:prstGeom prst="rect">
            <a:avLst/>
          </a:prstGeom>
        </p:spPr>
      </p:pic>
    </p:spTree>
    <p:extLst>
      <p:ext uri="{BB962C8B-B14F-4D97-AF65-F5344CB8AC3E}">
        <p14:creationId xmlns:p14="http://schemas.microsoft.com/office/powerpoint/2010/main" val="8890873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36421-AF18-DAE8-037F-247E268EEEDF}"/>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A09B8AFF-D60E-2D19-39F1-FEB7CC97883B}"/>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32080" y="-121920"/>
            <a:ext cx="12456160" cy="7142480"/>
          </a:xfrm>
          <a:prstGeom prst="rect">
            <a:avLst/>
          </a:prstGeom>
        </p:spPr>
      </p:pic>
      <p:sp>
        <p:nvSpPr>
          <p:cNvPr id="2" name="TextBox 1">
            <a:extLst>
              <a:ext uri="{FF2B5EF4-FFF2-40B4-BE49-F238E27FC236}">
                <a16:creationId xmlns:a16="http://schemas.microsoft.com/office/drawing/2014/main" id="{F8666B5F-1209-169F-98D4-0942B73EA780}"/>
              </a:ext>
            </a:extLst>
          </p:cNvPr>
          <p:cNvSpPr txBox="1"/>
          <p:nvPr/>
        </p:nvSpPr>
        <p:spPr>
          <a:xfrm>
            <a:off x="2326640" y="348079"/>
            <a:ext cx="7172960" cy="1323439"/>
          </a:xfrm>
          <a:prstGeom prst="rect">
            <a:avLst/>
          </a:prstGeom>
          <a:noFill/>
        </p:spPr>
        <p:txBody>
          <a:bodyPr wrap="square" rtlCol="0">
            <a:spAutoFit/>
          </a:bodyPr>
          <a:lstStyle/>
          <a:p>
            <a:pPr algn="ctr"/>
            <a:r>
              <a:rPr lang="en-IN" sz="4000" b="1" dirty="0">
                <a:solidFill>
                  <a:schemeClr val="bg1"/>
                </a:solidFill>
                <a:latin typeface="Aptos Display" panose="020B0004020202020204" pitchFamily="34" charset="0"/>
              </a:rPr>
              <a:t>Data Visualizations &amp; Insights</a:t>
            </a:r>
          </a:p>
          <a:p>
            <a:pPr algn="ctr"/>
            <a:endParaRPr lang="en-IN" sz="4000" dirty="0">
              <a:solidFill>
                <a:schemeClr val="bg1"/>
              </a:solidFill>
              <a:latin typeface="Aptos Display" panose="020B0004020202020204" pitchFamily="34" charset="0"/>
            </a:endParaRPr>
          </a:p>
        </p:txBody>
      </p:sp>
      <p:sp>
        <p:nvSpPr>
          <p:cNvPr id="10" name="TextBox 9">
            <a:extLst>
              <a:ext uri="{FF2B5EF4-FFF2-40B4-BE49-F238E27FC236}">
                <a16:creationId xmlns:a16="http://schemas.microsoft.com/office/drawing/2014/main" id="{6AD6C6A0-6EEC-6BF7-542B-7D802B2AE4D9}"/>
              </a:ext>
            </a:extLst>
          </p:cNvPr>
          <p:cNvSpPr txBox="1"/>
          <p:nvPr/>
        </p:nvSpPr>
        <p:spPr>
          <a:xfrm>
            <a:off x="2122881" y="5678924"/>
            <a:ext cx="7946235" cy="830997"/>
          </a:xfrm>
          <a:prstGeom prst="rect">
            <a:avLst/>
          </a:prstGeom>
          <a:noFill/>
        </p:spPr>
        <p:txBody>
          <a:bodyPr wrap="square" rtlCol="0">
            <a:spAutoFit/>
          </a:bodyPr>
          <a:lstStyle/>
          <a:p>
            <a:pPr algn="ctr"/>
            <a:r>
              <a:rPr lang="en-US" sz="2400" dirty="0">
                <a:solidFill>
                  <a:schemeClr val="bg1"/>
                </a:solidFill>
                <a:latin typeface="Cambria" panose="02040503050406030204" pitchFamily="18" charset="0"/>
                <a:ea typeface="Cambria" panose="02040503050406030204" pitchFamily="18" charset="0"/>
              </a:rPr>
              <a:t>Comparison of Cholesterol Distributions Across Heart Disease Classes — Histogram Plot</a:t>
            </a:r>
            <a:endParaRPr lang="en-IN" sz="2400" dirty="0">
              <a:solidFill>
                <a:schemeClr val="bg1"/>
              </a:solidFill>
              <a:latin typeface="Cambria" panose="02040503050406030204" pitchFamily="18" charset="0"/>
              <a:ea typeface="Cambria" panose="02040503050406030204" pitchFamily="18" charset="0"/>
            </a:endParaRPr>
          </a:p>
        </p:txBody>
      </p:sp>
      <p:pic>
        <p:nvPicPr>
          <p:cNvPr id="5" name="Picture 4">
            <a:extLst>
              <a:ext uri="{FF2B5EF4-FFF2-40B4-BE49-F238E27FC236}">
                <a16:creationId xmlns:a16="http://schemas.microsoft.com/office/drawing/2014/main" id="{31FFF230-1E40-B34B-B1E0-CAD059A8E625}"/>
              </a:ext>
            </a:extLst>
          </p:cNvPr>
          <p:cNvPicPr>
            <a:picLocks noChangeAspect="1"/>
          </p:cNvPicPr>
          <p:nvPr/>
        </p:nvPicPr>
        <p:blipFill>
          <a:blip r:embed="rId4"/>
          <a:stretch>
            <a:fillRect/>
          </a:stretch>
        </p:blipFill>
        <p:spPr>
          <a:xfrm>
            <a:off x="2886689" y="1321886"/>
            <a:ext cx="6418621" cy="4026288"/>
          </a:xfrm>
          <a:prstGeom prst="rect">
            <a:avLst/>
          </a:prstGeom>
        </p:spPr>
      </p:pic>
    </p:spTree>
    <p:extLst>
      <p:ext uri="{BB962C8B-B14F-4D97-AF65-F5344CB8AC3E}">
        <p14:creationId xmlns:p14="http://schemas.microsoft.com/office/powerpoint/2010/main" val="41236662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2590A-6035-68E0-3E84-2203063B865B}"/>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E9AC8377-FDC5-AE79-7749-F08FBF210FF6}"/>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32080" y="-121920"/>
            <a:ext cx="12456160" cy="7142480"/>
          </a:xfrm>
          <a:prstGeom prst="rect">
            <a:avLst/>
          </a:prstGeom>
        </p:spPr>
      </p:pic>
      <p:sp>
        <p:nvSpPr>
          <p:cNvPr id="2" name="TextBox 1">
            <a:extLst>
              <a:ext uri="{FF2B5EF4-FFF2-40B4-BE49-F238E27FC236}">
                <a16:creationId xmlns:a16="http://schemas.microsoft.com/office/drawing/2014/main" id="{25EFC8A2-A250-458A-0D6C-1826FF0BF6FF}"/>
              </a:ext>
            </a:extLst>
          </p:cNvPr>
          <p:cNvSpPr txBox="1"/>
          <p:nvPr/>
        </p:nvSpPr>
        <p:spPr>
          <a:xfrm>
            <a:off x="2509518" y="632559"/>
            <a:ext cx="7172960" cy="707886"/>
          </a:xfrm>
          <a:prstGeom prst="rect">
            <a:avLst/>
          </a:prstGeom>
          <a:noFill/>
        </p:spPr>
        <p:txBody>
          <a:bodyPr wrap="square" rtlCol="0">
            <a:spAutoFit/>
          </a:bodyPr>
          <a:lstStyle/>
          <a:p>
            <a:pPr algn="ctr"/>
            <a:r>
              <a:rPr lang="en-IN" sz="4000" b="1" dirty="0">
                <a:solidFill>
                  <a:schemeClr val="bg1"/>
                </a:solidFill>
                <a:latin typeface="Aptos Display" panose="020B0004020202020204" pitchFamily="34" charset="0"/>
              </a:rPr>
              <a:t>Project Conclusions</a:t>
            </a:r>
          </a:p>
        </p:txBody>
      </p:sp>
      <p:sp>
        <p:nvSpPr>
          <p:cNvPr id="10" name="TextBox 9">
            <a:extLst>
              <a:ext uri="{FF2B5EF4-FFF2-40B4-BE49-F238E27FC236}">
                <a16:creationId xmlns:a16="http://schemas.microsoft.com/office/drawing/2014/main" id="{B6501271-A58E-B30C-1779-8751228955DA}"/>
              </a:ext>
            </a:extLst>
          </p:cNvPr>
          <p:cNvSpPr txBox="1"/>
          <p:nvPr/>
        </p:nvSpPr>
        <p:spPr>
          <a:xfrm>
            <a:off x="2122881" y="5678924"/>
            <a:ext cx="7946235" cy="830997"/>
          </a:xfrm>
          <a:prstGeom prst="rect">
            <a:avLst/>
          </a:prstGeom>
          <a:noFill/>
        </p:spPr>
        <p:txBody>
          <a:bodyPr wrap="square" rtlCol="0">
            <a:spAutoFit/>
          </a:bodyPr>
          <a:lstStyle/>
          <a:p>
            <a:pPr algn="ctr"/>
            <a:r>
              <a:rPr lang="en-US" sz="2400" dirty="0">
                <a:solidFill>
                  <a:schemeClr val="bg1"/>
                </a:solidFill>
                <a:latin typeface="Cambria" panose="02040503050406030204" pitchFamily="18" charset="0"/>
                <a:ea typeface="Cambria" panose="02040503050406030204" pitchFamily="18" charset="0"/>
              </a:rPr>
              <a:t>Comparison of Cholesterol Distributions Across Heart Disease Classes — Histogram Plot</a:t>
            </a:r>
            <a:endParaRPr lang="en-IN" sz="2400" dirty="0">
              <a:solidFill>
                <a:schemeClr val="bg1"/>
              </a:solidFill>
              <a:latin typeface="Cambria" panose="02040503050406030204" pitchFamily="18" charset="0"/>
              <a:ea typeface="Cambria" panose="02040503050406030204" pitchFamily="18" charset="0"/>
            </a:endParaRPr>
          </a:p>
        </p:txBody>
      </p:sp>
      <p:graphicFrame>
        <p:nvGraphicFramePr>
          <p:cNvPr id="3" name="Diagram 2">
            <a:extLst>
              <a:ext uri="{FF2B5EF4-FFF2-40B4-BE49-F238E27FC236}">
                <a16:creationId xmlns:a16="http://schemas.microsoft.com/office/drawing/2014/main" id="{DF128046-9E38-4DCA-0DB8-C5BE62D713B4}"/>
              </a:ext>
            </a:extLst>
          </p:cNvPr>
          <p:cNvGraphicFramePr/>
          <p:nvPr>
            <p:extLst>
              <p:ext uri="{D42A27DB-BD31-4B8C-83A1-F6EECF244321}">
                <p14:modId xmlns:p14="http://schemas.microsoft.com/office/powerpoint/2010/main" val="4291333641"/>
              </p:ext>
            </p:extLst>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1435017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D8508-AAB0-F307-B13B-8A4DBA7ED02C}"/>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639F50CA-BE6D-E23D-F720-7821536AD60F}"/>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32080" y="-121920"/>
            <a:ext cx="12456160" cy="7142480"/>
          </a:xfrm>
          <a:prstGeom prst="rect">
            <a:avLst/>
          </a:prstGeom>
        </p:spPr>
      </p:pic>
      <p:sp>
        <p:nvSpPr>
          <p:cNvPr id="2" name="TextBox 1">
            <a:extLst>
              <a:ext uri="{FF2B5EF4-FFF2-40B4-BE49-F238E27FC236}">
                <a16:creationId xmlns:a16="http://schemas.microsoft.com/office/drawing/2014/main" id="{B4043DC3-F4FD-DDDC-C5AF-C0AA1B0C67B4}"/>
              </a:ext>
            </a:extLst>
          </p:cNvPr>
          <p:cNvSpPr txBox="1"/>
          <p:nvPr/>
        </p:nvSpPr>
        <p:spPr>
          <a:xfrm>
            <a:off x="2509520" y="2928719"/>
            <a:ext cx="7172960" cy="1015663"/>
          </a:xfrm>
          <a:prstGeom prst="rect">
            <a:avLst/>
          </a:prstGeom>
          <a:noFill/>
        </p:spPr>
        <p:txBody>
          <a:bodyPr wrap="square" rtlCol="0">
            <a:spAutoFit/>
          </a:bodyPr>
          <a:lstStyle/>
          <a:p>
            <a:pPr algn="ctr"/>
            <a:r>
              <a:rPr lang="en-IN" sz="6000" b="1" dirty="0">
                <a:solidFill>
                  <a:schemeClr val="bg1"/>
                </a:solidFill>
                <a:latin typeface="Aptos Display" panose="020B0004020202020204" pitchFamily="34" charset="0"/>
              </a:rPr>
              <a:t>THANK YOU…</a:t>
            </a:r>
          </a:p>
        </p:txBody>
      </p:sp>
    </p:spTree>
    <p:extLst>
      <p:ext uri="{BB962C8B-B14F-4D97-AF65-F5344CB8AC3E}">
        <p14:creationId xmlns:p14="http://schemas.microsoft.com/office/powerpoint/2010/main" val="22926435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TotalTime>
  <Words>348</Words>
  <Application>Microsoft Office PowerPoint</Application>
  <PresentationFormat>Widescreen</PresentationFormat>
  <Paragraphs>53</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Aptos Display</vt:lpstr>
      <vt:lpstr>Arial</vt:lpstr>
      <vt:lpstr>Book Antiqua</vt:lpstr>
      <vt:lpstr>Calibri</vt:lpstr>
      <vt:lpstr>Calibri Light</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Kankana Mondal</dc:creator>
  <cp:lastModifiedBy>Kankana Mondal</cp:lastModifiedBy>
  <cp:revision>2</cp:revision>
  <dcterms:created xsi:type="dcterms:W3CDTF">2025-11-14T17:26:58Z</dcterms:created>
  <dcterms:modified xsi:type="dcterms:W3CDTF">2025-11-14T19:13:14Z</dcterms:modified>
</cp:coreProperties>
</file>